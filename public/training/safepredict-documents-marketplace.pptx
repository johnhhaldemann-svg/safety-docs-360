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ac1cff71f14457" /><Relationship Type="http://schemas.openxmlformats.org/officeDocument/2006/relationships/extended-properties" Target="/docProps/app.xml" Id="R4e5f3a6887cc4ce0" /><Relationship Type="http://schemas.openxmlformats.org/officeDocument/2006/relationships/officeDocument" Target="/ppt/presentation.xml" Id="R8bfadfd644bc4a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70f6309a3548ae"/>
  </p:sldMasterIdLst>
  <p:notesMasterIdLst>
    <p:notesMasterId xmlns:r="http://schemas.openxmlformats.org/officeDocument/2006/relationships" r:id="R8c3ef2ffd6074953"/>
  </p:notesMasterIdLst>
  <p:sldIdLst>
    <p:sldId xmlns:r="http://schemas.openxmlformats.org/officeDocument/2006/relationships" id="256" r:id="R201ac6a80d06484d"/>
    <p:sldId xmlns:r="http://schemas.openxmlformats.org/officeDocument/2006/relationships" id="257" r:id="R70238e5d183a4e7f"/>
    <p:sldId xmlns:r="http://schemas.openxmlformats.org/officeDocument/2006/relationships" id="258" r:id="R4967339ebca14e93"/>
    <p:sldId xmlns:r="http://schemas.openxmlformats.org/officeDocument/2006/relationships" id="259" r:id="R33d715bc694442da"/>
    <p:sldId xmlns:r="http://schemas.openxmlformats.org/officeDocument/2006/relationships" id="260" r:id="Rc804bd8f83f64a19"/>
    <p:sldId xmlns:r="http://schemas.openxmlformats.org/officeDocument/2006/relationships" id="261" r:id="R7f7216b045de4737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70f6309a3548ae" /><Relationship Type="http://schemas.openxmlformats.org/officeDocument/2006/relationships/theme" Target="/ppt/theme/theme1.xml" Id="R894c1c1cc7e34859" /><Relationship Type="http://schemas.openxmlformats.org/officeDocument/2006/relationships/notesMaster" Target="/ppt/notesMasters/notesMaster1.xml" Id="R8c3ef2ffd6074953" /><Relationship Type="http://schemas.openxmlformats.org/officeDocument/2006/relationships/presProps" Target="/ppt/presProps.xml" Id="R93e830fe4c2c4e28" /><Relationship Type="http://schemas.openxmlformats.org/officeDocument/2006/relationships/viewProps" Target="/ppt/viewProps.xml" Id="Rf890782b72704741" /><Relationship Type="http://schemas.openxmlformats.org/officeDocument/2006/relationships/tableStyles" Target="/ppt/tableStyles.xml" Id="R509f2ce704224eec" /><Relationship Type="http://schemas.openxmlformats.org/officeDocument/2006/relationships/slide" Target="/ppt/slides/slide1.xml" Id="R201ac6a80d06484d" /><Relationship Type="http://schemas.openxmlformats.org/officeDocument/2006/relationships/slide" Target="/ppt/slides/slide2.xml" Id="R70238e5d183a4e7f" /><Relationship Type="http://schemas.openxmlformats.org/officeDocument/2006/relationships/slide" Target="/ppt/slides/slide3.xml" Id="R4967339ebca14e93" /><Relationship Type="http://schemas.openxmlformats.org/officeDocument/2006/relationships/slide" Target="/ppt/slides/slide4.xml" Id="R33d715bc694442da" /><Relationship Type="http://schemas.openxmlformats.org/officeDocument/2006/relationships/slide" Target="/ppt/slides/slide5.xml" Id="Rc804bd8f83f64a19" /><Relationship Type="http://schemas.openxmlformats.org/officeDocument/2006/relationships/slide" Target="/ppt/slides/slide6.xml" Id="R7f7216b045de47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9dd65af319446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3bb1b5f98c4863" /><Relationship Type="http://schemas.openxmlformats.org/officeDocument/2006/relationships/notesMaster" Target="/ppt/notesMasters/notesMaster1.xml" Id="Rdb7d1ab582f644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2a784684fe4acb" /><Relationship Type="http://schemas.openxmlformats.org/officeDocument/2006/relationships/notesMaster" Target="/ppt/notesMasters/notesMaster1.xml" Id="R0beb7c5696cf44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e964de5c174c3e" /><Relationship Type="http://schemas.openxmlformats.org/officeDocument/2006/relationships/notesMaster" Target="/ppt/notesMasters/notesMaster1.xml" Id="Rdf1c631a477f4d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52e36a22224e7f" /><Relationship Type="http://schemas.openxmlformats.org/officeDocument/2006/relationships/notesMaster" Target="/ppt/notesMasters/notesMaster1.xml" Id="R82de0914f9b543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55f01629e8401a" /><Relationship Type="http://schemas.openxmlformats.org/officeDocument/2006/relationships/notesMaster" Target="/ppt/notesMasters/notesMaster1.xml" Id="R2a4cd4abbdd04e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817a0f511847e5" /><Relationship Type="http://schemas.openxmlformats.org/officeDocument/2006/relationships/notesMaster" Target="/ppt/notesMasters/notesMaster1.xml" Id="R981b95df37154a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17c998fc7b4c0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2ed331dbfa44e3a" /><Relationship Type="http://schemas.openxmlformats.org/officeDocument/2006/relationships/slideLayout" Target="/ppt/slideLayouts/slideLayout2.xml" Id="R6e2873eaf80c43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2873eaf80c43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983a4badaf4146" /><Relationship Type="http://schemas.openxmlformats.org/officeDocument/2006/relationships/notesSlide" Target="/ppt/notesSlides/notesSlide1.xml" Id="Rc7fd7370c8084f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971933d4fe4353" /><Relationship Type="http://schemas.openxmlformats.org/officeDocument/2006/relationships/notesSlide" Target="/ppt/notesSlides/notesSlide2.xml" Id="Rdded7f7d11e64f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591af98c2b4b55" /><Relationship Type="http://schemas.openxmlformats.org/officeDocument/2006/relationships/notesSlide" Target="/ppt/notesSlides/notesSlide3.xml" Id="Ra6f8f394bc3649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8f3a2fb28e4080" /><Relationship Type="http://schemas.openxmlformats.org/officeDocument/2006/relationships/notesSlide" Target="/ppt/notesSlides/notesSlide4.xml" Id="R86d888819d0941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a1ad5bf024486a" /><Relationship Type="http://schemas.openxmlformats.org/officeDocument/2006/relationships/notesSlide" Target="/ppt/notesSlides/notesSlide5.xml" Id="R4261b08fddea41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11cd33eecd4570" /><Relationship Type="http://schemas.openxmlformats.org/officeDocument/2006/relationships/notesSlide" Target="/ppt/notesSlides/notesSlide6.xml" Id="R1f14374a8bff479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0B3C1D6B-2AFA-4BD4-9F40-4B3FF31A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91B2"/>
                </a:solidFill>
              </a:defRPr>
            </a:pPr>
            <a:r>
              <a:rPr sz="1800" b="1">
                <a:solidFill>
                  <a:srgbClr val="0891B2"/>
                </a:solidFill>
              </a:rPr>
              <a:t>Safety360Docs Platform Training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028861A-7463-44B4-9F33-3BA476A3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47800"/>
            <a:ext cx="851535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0F172A"/>
                </a:solidFill>
              </a:defRPr>
            </a:pPr>
            <a:r>
              <a:rPr sz="5700" b="1">
                <a:solidFill>
                  <a:srgbClr val="0F172A"/>
                </a:solidFill>
              </a:rPr>
              <a:t>Documents, Library, And Marketplace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56CD6818-8682-4A88-8700-23AFBDC6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182B781-F9E8-44E8-B1C2-54536A87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57531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>
                <a:solidFill>
                  <a:srgbClr val="334155"/>
                </a:solidFill>
              </a:defRPr>
            </a:pPr>
            <a:r>
              <a:rPr sz="2475">
                <a:solidFill>
                  <a:srgbClr val="334155"/>
                </a:solidFill>
              </a:rPr>
              <a:t>Find, upload, submit, review, and build safety documentation.</a:t>
            </a:r>
          </a:p>
        </p:txBody>
      </p:sp>
      <p:sp>
        <p:nvSpPr>
          <p:cNvPr id="5" name="audience-document-owners">
            <a:extLst xmlns:a="http://schemas.openxmlformats.org/drawingml/2006/main">
              <a:ext uri="{FF2B5EF4-FFF2-40B4-BE49-F238E27FC236}">
                <a16:creationId xmlns:a16="http://schemas.microsoft.com/office/drawing/2014/main" id="{F812816E-D6F4-4618-8403-AD3DCB46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447800"/>
            <a:ext cx="7258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Audience: Document owners</a:t>
            </a:r>
          </a:p>
        </p:txBody>
      </p:sp>
      <p:sp>
        <p:nvSpPr>
          <p:cNvPr id="6" name="module-1">
            <a:extLst xmlns:a="http://schemas.openxmlformats.org/drawingml/2006/main">
              <a:ext uri="{FF2B5EF4-FFF2-40B4-BE49-F238E27FC236}">
                <a16:creationId xmlns:a16="http://schemas.microsoft.com/office/drawing/2014/main" id="{B275C5AB-A15B-4EE1-90AE-A7351E88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000250"/>
            <a:ext cx="725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91B2"/>
                </a:solidFill>
              </a:defRPr>
            </a:pPr>
            <a:r>
              <a:rPr sz="2550" b="1">
                <a:solidFill>
                  <a:srgbClr val="0891B2"/>
                </a:solidFill>
              </a:rPr>
              <a:t>1. Library</a:t>
            </a:r>
          </a:p>
        </p:txBody>
      </p:sp>
      <p:sp>
        <p:nvSpPr>
          <p:cNvPr id="7" name="module-2">
            <a:extLst xmlns:a="http://schemas.openxmlformats.org/drawingml/2006/main">
              <a:ext uri="{FF2B5EF4-FFF2-40B4-BE49-F238E27FC236}">
                <a16:creationId xmlns:a16="http://schemas.microsoft.com/office/drawing/2014/main" id="{00F9F067-01A9-438F-97E5-DBB16F6A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09850"/>
            <a:ext cx="725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34155"/>
                </a:solidFill>
              </a:defRPr>
            </a:pPr>
            <a:r>
              <a:rPr sz="2550" b="0">
                <a:solidFill>
                  <a:srgbClr val="334155"/>
                </a:solidFill>
              </a:rPr>
              <a:t>2. Marketplace</a:t>
            </a:r>
          </a:p>
        </p:txBody>
      </p:sp>
      <p:sp>
        <p:nvSpPr>
          <p:cNvPr id="8" name="module-3">
            <a:extLst xmlns:a="http://schemas.openxmlformats.org/drawingml/2006/main">
              <a:ext uri="{FF2B5EF4-FFF2-40B4-BE49-F238E27FC236}">
                <a16:creationId xmlns:a16="http://schemas.microsoft.com/office/drawing/2014/main" id="{6F19B3F5-42AC-4DEF-B115-CA5F7F01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00400"/>
            <a:ext cx="725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34155"/>
                </a:solidFill>
              </a:defRPr>
            </a:pPr>
            <a:r>
              <a:rPr sz="2550" b="0">
                <a:solidFill>
                  <a:srgbClr val="334155"/>
                </a:solidFill>
              </a:rPr>
              <a:t>3. Upload</a:t>
            </a:r>
          </a:p>
        </p:txBody>
      </p:sp>
      <p:sp>
        <p:nvSpPr>
          <p:cNvPr id="9" name="module-4">
            <a:extLst xmlns:a="http://schemas.openxmlformats.org/drawingml/2006/main">
              <a:ext uri="{FF2B5EF4-FFF2-40B4-BE49-F238E27FC236}">
                <a16:creationId xmlns:a16="http://schemas.microsoft.com/office/drawing/2014/main" id="{1AF1590D-6EAB-468E-BD72-F63FC345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810000"/>
            <a:ext cx="725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34155"/>
                </a:solidFill>
              </a:defRPr>
            </a:pPr>
            <a:r>
              <a:rPr sz="2550" b="0">
                <a:solidFill>
                  <a:srgbClr val="334155"/>
                </a:solidFill>
              </a:rPr>
              <a:t>4. Review</a:t>
            </a:r>
          </a:p>
        </p:txBody>
      </p:sp>
      <p:sp>
        <p:nvSpPr>
          <p:cNvPr id="10" name="module-5">
            <a:extLst xmlns:a="http://schemas.openxmlformats.org/drawingml/2006/main">
              <a:ext uri="{FF2B5EF4-FFF2-40B4-BE49-F238E27FC236}">
                <a16:creationId xmlns:a16="http://schemas.microsoft.com/office/drawing/2014/main" id="{9B9E6408-99FF-4A52-B7F4-E4EB5223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400550"/>
            <a:ext cx="7258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334155"/>
                </a:solidFill>
              </a:defRPr>
            </a:pPr>
            <a:r>
              <a:rPr sz="2550" b="0">
                <a:solidFill>
                  <a:srgbClr val="334155"/>
                </a:solidFill>
              </a:rPr>
              <a:t>5. Builders</a:t>
            </a:r>
          </a:p>
        </p:txBody>
      </p:sp>
      <p:sp>
        <p:nvSpPr>
          <p:cNvPr id="11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85B3AFFF-CD75-455B-8B82-1954BCD4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34500"/>
            <a:ext cx="16459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Editable PowerPoint deck | Built for live walkthroughs and onboarding.</a:t>
            </a:r>
          </a:p>
        </p:txBody>
      </p:sp>
    </p:spTree>
    <p:extLst>
      <p:ext uri="{BB962C8B-B14F-4D97-AF65-F5344CB8AC3E}">
        <p14:creationId xmlns:p14="http://schemas.microsoft.com/office/powerpoint/2010/main" val="176050131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hat-this-module-teaches">
            <a:extLst xmlns:a="http://schemas.openxmlformats.org/drawingml/2006/main">
              <a:ext uri="{FF2B5EF4-FFF2-40B4-BE49-F238E27FC236}">
                <a16:creationId xmlns:a16="http://schemas.microsoft.com/office/drawing/2014/main" id="{A1D92AB4-52FF-4177-8D22-9EEF8769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91B2"/>
                </a:solidFill>
              </a:defRPr>
            </a:pPr>
            <a:r>
              <a:rPr sz="1875" b="1">
                <a:solidFill>
                  <a:srgbClr val="0891B2"/>
                </a:solidFill>
              </a:rPr>
              <a:t>What this module teaches</a:t>
            </a:r>
          </a:p>
        </p:txBody>
      </p:sp>
      <p:sp>
        <p:nvSpPr>
          <p:cNvPr id="2" name="agenda-title">
            <a:extLst xmlns:a="http://schemas.openxmlformats.org/drawingml/2006/main">
              <a:ext uri="{FF2B5EF4-FFF2-40B4-BE49-F238E27FC236}">
                <a16:creationId xmlns:a16="http://schemas.microsoft.com/office/drawing/2014/main" id="{233BD837-167A-4CCF-B1FA-AEDB7BF3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71600"/>
            <a:ext cx="164592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Documents, Library, And Marketplace</a:t>
            </a:r>
          </a:p>
        </p:txBody>
      </p:sp>
      <p:sp>
        <p:nvSpPr>
          <p:cNvPr id="3" name="agenda-rule">
            <a:extLst xmlns:a="http://schemas.openxmlformats.org/drawingml/2006/main">
              <a:ext uri="{FF2B5EF4-FFF2-40B4-BE49-F238E27FC236}">
                <a16:creationId xmlns:a16="http://schemas.microsoft.com/office/drawing/2014/main" id="{5778C2B2-91B6-4A10-B250-22B69567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4" name="agenda-number">
            <a:extLst xmlns:a="http://schemas.openxmlformats.org/drawingml/2006/main">
              <a:ext uri="{FF2B5EF4-FFF2-40B4-BE49-F238E27FC236}">
                <a16:creationId xmlns:a16="http://schemas.microsoft.com/office/drawing/2014/main" id="{AE1EEA22-C0F4-41AD-B480-337A668D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891B2"/>
                </a:solidFill>
              </a:defRPr>
            </a:pPr>
            <a:r>
              <a:rPr sz="3600" b="1">
                <a:solidFill>
                  <a:srgbClr val="0891B2"/>
                </a:solidFill>
              </a:rPr>
              <a:t>01</a:t>
            </a:r>
          </a:p>
        </p:txBody>
      </p:sp>
      <p:sp>
        <p:nvSpPr>
          <p:cNvPr id="5" name="agenda-module">
            <a:extLst xmlns:a="http://schemas.openxmlformats.org/drawingml/2006/main">
              <a:ext uri="{FF2B5EF4-FFF2-40B4-BE49-F238E27FC236}">
                <a16:creationId xmlns:a16="http://schemas.microsoft.com/office/drawing/2014/main" id="{3B21AEB7-CA86-4A62-B436-B3260CCD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518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Library</a:t>
            </a:r>
          </a:p>
        </p:txBody>
      </p:sp>
      <p:sp>
        <p:nvSpPr>
          <p:cNvPr id="6" name="agenda-module-rule">
            <a:extLst xmlns:a="http://schemas.openxmlformats.org/drawingml/2006/main">
              <a:ext uri="{FF2B5EF4-FFF2-40B4-BE49-F238E27FC236}">
                <a16:creationId xmlns:a16="http://schemas.microsoft.com/office/drawing/2014/main" id="{E2A142A2-C3B3-4B11-B16B-613A6FC8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7" name="agenda-number">
            <a:extLst xmlns:a="http://schemas.openxmlformats.org/drawingml/2006/main">
              <a:ext uri="{FF2B5EF4-FFF2-40B4-BE49-F238E27FC236}">
                <a16:creationId xmlns:a16="http://schemas.microsoft.com/office/drawing/2014/main" id="{9C077C3F-8F3A-4890-AF3A-0961A63A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891B2"/>
                </a:solidFill>
              </a:defRPr>
            </a:pPr>
            <a:r>
              <a:rPr sz="3600" b="1">
                <a:solidFill>
                  <a:srgbClr val="0891B2"/>
                </a:solidFill>
              </a:rPr>
              <a:t>02</a:t>
            </a:r>
          </a:p>
        </p:txBody>
      </p:sp>
      <p:sp>
        <p:nvSpPr>
          <p:cNvPr id="8" name="agenda-module">
            <a:extLst xmlns:a="http://schemas.openxmlformats.org/drawingml/2006/main">
              <a:ext uri="{FF2B5EF4-FFF2-40B4-BE49-F238E27FC236}">
                <a16:creationId xmlns:a16="http://schemas.microsoft.com/office/drawing/2014/main" id="{5C9C1413-D0E3-44F8-B28E-EC5E2C94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43300"/>
            <a:ext cx="518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Marketplace</a:t>
            </a:r>
          </a:p>
        </p:txBody>
      </p:sp>
      <p:sp>
        <p:nvSpPr>
          <p:cNvPr id="9" name="agenda-module-rule">
            <a:extLst xmlns:a="http://schemas.openxmlformats.org/drawingml/2006/main">
              <a:ext uri="{FF2B5EF4-FFF2-40B4-BE49-F238E27FC236}">
                <a16:creationId xmlns:a16="http://schemas.microsoft.com/office/drawing/2014/main" id="{32EDC9B9-3E76-4FD2-A920-13845214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57650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0" name="agenda-number">
            <a:extLst xmlns:a="http://schemas.openxmlformats.org/drawingml/2006/main">
              <a:ext uri="{FF2B5EF4-FFF2-40B4-BE49-F238E27FC236}">
                <a16:creationId xmlns:a16="http://schemas.microsoft.com/office/drawing/2014/main" id="{A80B5C1E-C442-472F-8B94-9176A1A4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85750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891B2"/>
                </a:solidFill>
              </a:defRPr>
            </a:pPr>
            <a:r>
              <a:rPr sz="3600" b="1">
                <a:solidFill>
                  <a:srgbClr val="0891B2"/>
                </a:solidFill>
              </a:rPr>
              <a:t>03</a:t>
            </a:r>
          </a:p>
        </p:txBody>
      </p:sp>
      <p:sp>
        <p:nvSpPr>
          <p:cNvPr id="11" name="agenda-module">
            <a:extLst xmlns:a="http://schemas.openxmlformats.org/drawingml/2006/main">
              <a:ext uri="{FF2B5EF4-FFF2-40B4-BE49-F238E27FC236}">
                <a16:creationId xmlns:a16="http://schemas.microsoft.com/office/drawing/2014/main" id="{9DA20CF7-AC3B-4032-8051-5A6A57D6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543300"/>
            <a:ext cx="518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Upload</a:t>
            </a:r>
          </a:p>
        </p:txBody>
      </p:sp>
      <p:sp>
        <p:nvSpPr>
          <p:cNvPr id="12" name="agenda-module-rule">
            <a:extLst xmlns:a="http://schemas.openxmlformats.org/drawingml/2006/main">
              <a:ext uri="{FF2B5EF4-FFF2-40B4-BE49-F238E27FC236}">
                <a16:creationId xmlns:a16="http://schemas.microsoft.com/office/drawing/2014/main" id="{F53FA3FD-5782-4C6C-934E-22433F7E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057650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3" name="agenda-number">
            <a:extLst xmlns:a="http://schemas.openxmlformats.org/drawingml/2006/main">
              <a:ext uri="{FF2B5EF4-FFF2-40B4-BE49-F238E27FC236}">
                <a16:creationId xmlns:a16="http://schemas.microsoft.com/office/drawing/2014/main" id="{E621F655-C47D-4BB7-81CE-5482ADC2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8175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891B2"/>
                </a:solidFill>
              </a:defRPr>
            </a:pPr>
            <a:r>
              <a:rPr sz="3600" b="1">
                <a:solidFill>
                  <a:srgbClr val="0891B2"/>
                </a:solidFill>
              </a:rPr>
              <a:t>04</a:t>
            </a:r>
          </a:p>
        </p:txBody>
      </p:sp>
      <p:sp>
        <p:nvSpPr>
          <p:cNvPr id="14" name="agenda-module">
            <a:extLst xmlns:a="http://schemas.openxmlformats.org/drawingml/2006/main">
              <a:ext uri="{FF2B5EF4-FFF2-40B4-BE49-F238E27FC236}">
                <a16:creationId xmlns:a16="http://schemas.microsoft.com/office/drawing/2014/main" id="{314FBC81-2217-47E0-8785-90A0A1FC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48500"/>
            <a:ext cx="518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Review</a:t>
            </a:r>
          </a:p>
        </p:txBody>
      </p:sp>
      <p:sp>
        <p:nvSpPr>
          <p:cNvPr id="15" name="agenda-module-rule">
            <a:extLst xmlns:a="http://schemas.openxmlformats.org/drawingml/2006/main">
              <a:ext uri="{FF2B5EF4-FFF2-40B4-BE49-F238E27FC236}">
                <a16:creationId xmlns:a16="http://schemas.microsoft.com/office/drawing/2014/main" id="{9690511D-D7BA-42B8-AB65-3075C376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81900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6" name="agenda-number">
            <a:extLst xmlns:a="http://schemas.openxmlformats.org/drawingml/2006/main">
              <a:ext uri="{FF2B5EF4-FFF2-40B4-BE49-F238E27FC236}">
                <a16:creationId xmlns:a16="http://schemas.microsoft.com/office/drawing/2014/main" id="{15BC0BD2-94A6-4991-ACF3-C47D3FF5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38175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891B2"/>
                </a:solidFill>
              </a:defRPr>
            </a:pPr>
            <a:r>
              <a:rPr sz="3600" b="1">
                <a:solidFill>
                  <a:srgbClr val="0891B2"/>
                </a:solidFill>
              </a:rPr>
              <a:t>05</a:t>
            </a:r>
          </a:p>
        </p:txBody>
      </p:sp>
      <p:sp>
        <p:nvSpPr>
          <p:cNvPr id="17" name="agenda-module">
            <a:extLst xmlns:a="http://schemas.openxmlformats.org/drawingml/2006/main">
              <a:ext uri="{FF2B5EF4-FFF2-40B4-BE49-F238E27FC236}">
                <a16:creationId xmlns:a16="http://schemas.microsoft.com/office/drawing/2014/main" id="{133D1B08-6CB8-4344-A78A-AE6409A2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7048500"/>
            <a:ext cx="518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Builders</a:t>
            </a:r>
          </a:p>
        </p:txBody>
      </p:sp>
      <p:sp>
        <p:nvSpPr>
          <p:cNvPr id="18" name="agenda-module-rule">
            <a:extLst xmlns:a="http://schemas.openxmlformats.org/drawingml/2006/main">
              <a:ext uri="{FF2B5EF4-FFF2-40B4-BE49-F238E27FC236}">
                <a16:creationId xmlns:a16="http://schemas.microsoft.com/office/drawing/2014/main" id="{38238C96-FE36-4E89-83DE-4B73B9FA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7581900"/>
            <a:ext cx="518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641768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ntent-kicker">
            <a:extLst xmlns:a="http://schemas.openxmlformats.org/drawingml/2006/main">
              <a:ext uri="{FF2B5EF4-FFF2-40B4-BE49-F238E27FC236}">
                <a16:creationId xmlns:a16="http://schemas.microsoft.com/office/drawing/2014/main" id="{0493FBD4-EE0F-4B90-9A97-A2FA5442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91B2"/>
                </a:solidFill>
              </a:defRPr>
            </a:pPr>
            <a:r>
              <a:rPr sz="1875" b="1">
                <a:solidFill>
                  <a:srgbClr val="0891B2"/>
                </a:solidFill>
              </a:rPr>
              <a:t>Document hub</a:t>
            </a:r>
          </a:p>
        </p:txBody>
      </p:sp>
      <p:sp>
        <p:nvSpPr>
          <p:cNvPr id="2" name="content-title">
            <a:extLst xmlns:a="http://schemas.openxmlformats.org/drawingml/2006/main">
              <a:ext uri="{FF2B5EF4-FFF2-40B4-BE49-F238E27FC236}">
                <a16:creationId xmlns:a16="http://schemas.microsoft.com/office/drawing/2014/main" id="{A86DA151-9AD5-4082-B835-696FCB1E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63246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The library is the record system</a:t>
            </a:r>
          </a:p>
        </p:txBody>
      </p:sp>
      <p:sp>
        <p:nvSpPr>
          <p:cNvPr id="3" name="content-rule">
            <a:extLst xmlns:a="http://schemas.openxmlformats.org/drawingml/2006/main">
              <a:ext uri="{FF2B5EF4-FFF2-40B4-BE49-F238E27FC236}">
                <a16:creationId xmlns:a16="http://schemas.microsoft.com/office/drawing/2014/main" id="{97542388-C0FF-499B-89A1-97D4FE0A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4" name="content-progress">
            <a:extLst xmlns:a="http://schemas.openxmlformats.org/drawingml/2006/main">
              <a:ext uri="{FF2B5EF4-FFF2-40B4-BE49-F238E27FC236}">
                <a16:creationId xmlns:a16="http://schemas.microsoft.com/office/drawing/2014/main" id="{2841C4D0-7D86-4AA3-8E4B-15AEF446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6324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</a:defRPr>
            </a:pPr>
            <a:r>
              <a:rPr sz="1800">
                <a:solidFill>
                  <a:srgbClr val="64748B"/>
                </a:solidFill>
              </a:rPr>
              <a:t>Module 1 of 3</a:t>
            </a:r>
          </a:p>
        </p:txBody>
      </p:sp>
      <p:sp>
        <p:nvSpPr>
          <p:cNvPr id="5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0230E37C-FF67-47D6-9D68-8040F0C6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91B2"/>
                </a:solidFill>
              </a:defRPr>
            </a:pPr>
            <a:r>
              <a:rPr sz="2100" b="1">
                <a:solidFill>
                  <a:srgbClr val="0891B2"/>
                </a:solidFill>
              </a:rPr>
              <a:t>-&gt;</a:t>
            </a:r>
          </a:p>
        </p:txBody>
      </p:sp>
      <p:sp>
        <p:nvSpPr>
          <p:cNvPr id="6" name="bullet-copy">
            <a:extLst xmlns:a="http://schemas.openxmlformats.org/drawingml/2006/main">
              <a:ext uri="{FF2B5EF4-FFF2-40B4-BE49-F238E27FC236}">
                <a16:creationId xmlns:a16="http://schemas.microsoft.com/office/drawing/2014/main" id="{BC224028-A4FB-4A59-9C32-0E84294C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2875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Use completed documents for approved records and final downloads.</a:t>
            </a:r>
          </a:p>
        </p:txBody>
      </p:sp>
      <p:sp>
        <p:nvSpPr>
          <p:cNvPr id="7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57B38BB4-5A58-45B3-A0A4-A60D1CA9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6215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91B2"/>
                </a:solidFill>
              </a:defRPr>
            </a:pPr>
            <a:r>
              <a:rPr sz="2100" b="1">
                <a:solidFill>
                  <a:srgbClr val="0891B2"/>
                </a:solidFill>
              </a:rPr>
              <a:t>-&gt;</a:t>
            </a:r>
          </a:p>
        </p:txBody>
      </p:sp>
      <p:sp>
        <p:nvSpPr>
          <p:cNvPr id="8" name="bullet-copy">
            <a:extLst xmlns:a="http://schemas.openxmlformats.org/drawingml/2006/main">
              <a:ext uri="{FF2B5EF4-FFF2-40B4-BE49-F238E27FC236}">
                <a16:creationId xmlns:a16="http://schemas.microsoft.com/office/drawing/2014/main" id="{8809442C-042F-44CC-9111-C7E5D0ED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215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Use marketplace templates when starting from vetted examples.</a:t>
            </a:r>
          </a:p>
        </p:txBody>
      </p:sp>
      <p:sp>
        <p:nvSpPr>
          <p:cNvPr id="9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15ADEF4E-F4D8-4AEB-8937-53AA278B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91B2"/>
                </a:solidFill>
              </a:defRPr>
            </a:pPr>
            <a:r>
              <a:rPr sz="2100" b="1">
                <a:solidFill>
                  <a:srgbClr val="0891B2"/>
                </a:solidFill>
              </a:rPr>
              <a:t>-&gt;</a:t>
            </a:r>
          </a:p>
        </p:txBody>
      </p:sp>
      <p:sp>
        <p:nvSpPr>
          <p:cNvPr id="10" name="bullet-copy">
            <a:extLst xmlns:a="http://schemas.openxmlformats.org/drawingml/2006/main">
              <a:ext uri="{FF2B5EF4-FFF2-40B4-BE49-F238E27FC236}">
                <a16:creationId xmlns:a16="http://schemas.microsoft.com/office/drawing/2014/main" id="{0EC359DC-0009-45FE-BDE7-C526E6C6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Use search to find records across titles, projects, and metadata.</a:t>
            </a:r>
          </a:p>
        </p:txBody>
      </p:sp>
      <p:sp>
        <p:nvSpPr>
          <p:cNvPr id="11" name="trainer-cue">
            <a:extLst xmlns:a="http://schemas.openxmlformats.org/drawingml/2006/main">
              <a:ext uri="{FF2B5EF4-FFF2-40B4-BE49-F238E27FC236}">
                <a16:creationId xmlns:a16="http://schemas.microsoft.com/office/drawing/2014/main" id="{7E691A77-259B-45DA-A3A8-B2D3F7B9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15450"/>
            <a:ext cx="1645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4748B"/>
                </a:solidFill>
              </a:defRPr>
            </a:pPr>
            <a:r>
              <a:rPr sz="1650">
                <a:solidFill>
                  <a:srgbClr val="64748B"/>
                </a:solidFill>
              </a:rPr>
              <a:t>Trainer cue: demonstrate the matching page in the live workspace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123417989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ntent-kicker">
            <a:extLst xmlns:a="http://schemas.openxmlformats.org/drawingml/2006/main">
              <a:ext uri="{FF2B5EF4-FFF2-40B4-BE49-F238E27FC236}">
                <a16:creationId xmlns:a16="http://schemas.microsoft.com/office/drawing/2014/main" id="{A46ED3B4-99EE-41D7-BDD5-B41B83F5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91B2"/>
                </a:solidFill>
              </a:defRPr>
            </a:pPr>
            <a:r>
              <a:rPr sz="1875" b="1">
                <a:solidFill>
                  <a:srgbClr val="0891B2"/>
                </a:solidFill>
              </a:rPr>
              <a:t>Review flow</a:t>
            </a:r>
          </a:p>
        </p:txBody>
      </p:sp>
      <p:sp>
        <p:nvSpPr>
          <p:cNvPr id="2" name="content-title">
            <a:extLst xmlns:a="http://schemas.openxmlformats.org/drawingml/2006/main">
              <a:ext uri="{FF2B5EF4-FFF2-40B4-BE49-F238E27FC236}">
                <a16:creationId xmlns:a16="http://schemas.microsoft.com/office/drawing/2014/main" id="{D1D03334-95C9-4333-AECF-FD312FA7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63246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Uploads and submissions are separate steps</a:t>
            </a:r>
          </a:p>
        </p:txBody>
      </p:sp>
      <p:sp>
        <p:nvSpPr>
          <p:cNvPr id="3" name="content-rule">
            <a:extLst xmlns:a="http://schemas.openxmlformats.org/drawingml/2006/main">
              <a:ext uri="{FF2B5EF4-FFF2-40B4-BE49-F238E27FC236}">
                <a16:creationId xmlns:a16="http://schemas.microsoft.com/office/drawing/2014/main" id="{DB8B7D22-712E-4380-A13C-0FC98877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4" name="content-progress">
            <a:extLst xmlns:a="http://schemas.openxmlformats.org/drawingml/2006/main">
              <a:ext uri="{FF2B5EF4-FFF2-40B4-BE49-F238E27FC236}">
                <a16:creationId xmlns:a16="http://schemas.microsoft.com/office/drawing/2014/main" id="{0F555C15-9F64-4019-8A99-3068D45D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6324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</a:defRPr>
            </a:pPr>
            <a:r>
              <a:rPr sz="1800">
                <a:solidFill>
                  <a:srgbClr val="64748B"/>
                </a:solidFill>
              </a:rPr>
              <a:t>Module 2 of 3</a:t>
            </a:r>
          </a:p>
        </p:txBody>
      </p:sp>
      <p:sp>
        <p:nvSpPr>
          <p:cNvPr id="5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378EFABA-24D8-41D9-BB25-20213412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91B2"/>
                </a:solidFill>
              </a:defRPr>
            </a:pPr>
            <a:r>
              <a:rPr sz="2100" b="1">
                <a:solidFill>
                  <a:srgbClr val="0891B2"/>
                </a:solidFill>
              </a:rPr>
              <a:t>-&gt;</a:t>
            </a:r>
          </a:p>
        </p:txBody>
      </p:sp>
      <p:sp>
        <p:nvSpPr>
          <p:cNvPr id="6" name="bullet-copy">
            <a:extLst xmlns:a="http://schemas.openxmlformats.org/drawingml/2006/main">
              <a:ext uri="{FF2B5EF4-FFF2-40B4-BE49-F238E27FC236}">
                <a16:creationId xmlns:a16="http://schemas.microsoft.com/office/drawing/2014/main" id="{DEEDF489-CCA3-4E5D-901B-92ABAACB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2875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Upload collects source files and supporting documentation.</a:t>
            </a:r>
          </a:p>
        </p:txBody>
      </p:sp>
      <p:sp>
        <p:nvSpPr>
          <p:cNvPr id="7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5206AA1A-458C-41AB-A5A8-6A559184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6215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91B2"/>
                </a:solidFill>
              </a:defRPr>
            </a:pPr>
            <a:r>
              <a:rPr sz="2100" b="1">
                <a:solidFill>
                  <a:srgbClr val="0891B2"/>
                </a:solidFill>
              </a:rPr>
              <a:t>-&gt;</a:t>
            </a:r>
          </a:p>
        </p:txBody>
      </p:sp>
      <p:sp>
        <p:nvSpPr>
          <p:cNvPr id="8" name="bullet-copy">
            <a:extLst xmlns:a="http://schemas.openxmlformats.org/drawingml/2006/main">
              <a:ext uri="{FF2B5EF4-FFF2-40B4-BE49-F238E27FC236}">
                <a16:creationId xmlns:a16="http://schemas.microsoft.com/office/drawing/2014/main" id="{8B9B573F-6409-4668-8A94-34122655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215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Submit for review moves work into the document review path.</a:t>
            </a:r>
          </a:p>
        </p:txBody>
      </p:sp>
      <p:sp>
        <p:nvSpPr>
          <p:cNvPr id="9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2D061958-42B4-45F2-BC46-5C048B08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91B2"/>
                </a:solidFill>
              </a:defRPr>
            </a:pPr>
            <a:r>
              <a:rPr sz="2100" b="1">
                <a:solidFill>
                  <a:srgbClr val="0891B2"/>
                </a:solidFill>
              </a:rPr>
              <a:t>-&gt;</a:t>
            </a:r>
          </a:p>
        </p:txBody>
      </p:sp>
      <p:sp>
        <p:nvSpPr>
          <p:cNvPr id="10" name="bullet-copy">
            <a:extLst xmlns:a="http://schemas.openxmlformats.org/drawingml/2006/main">
              <a:ext uri="{FF2B5EF4-FFF2-40B4-BE49-F238E27FC236}">
                <a16:creationId xmlns:a16="http://schemas.microsoft.com/office/drawing/2014/main" id="{C8C6B2D5-651E-4153-A1A6-0022D9C7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Preview requests keep marketplace access controlled before purchase.</a:t>
            </a:r>
          </a:p>
        </p:txBody>
      </p:sp>
      <p:sp>
        <p:nvSpPr>
          <p:cNvPr id="11" name="trainer-cue">
            <a:extLst xmlns:a="http://schemas.openxmlformats.org/drawingml/2006/main">
              <a:ext uri="{FF2B5EF4-FFF2-40B4-BE49-F238E27FC236}">
                <a16:creationId xmlns:a16="http://schemas.microsoft.com/office/drawing/2014/main" id="{59B6D0F7-2DFC-410C-A8FB-4F4FFF5A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15450"/>
            <a:ext cx="1645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4748B"/>
                </a:solidFill>
              </a:defRPr>
            </a:pPr>
            <a:r>
              <a:rPr sz="1650">
                <a:solidFill>
                  <a:srgbClr val="64748B"/>
                </a:solidFill>
              </a:rPr>
              <a:t>Trainer cue: demonstrate the matching page in the live workspace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12947592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ntent-kicker">
            <a:extLst xmlns:a="http://schemas.openxmlformats.org/drawingml/2006/main">
              <a:ext uri="{FF2B5EF4-FFF2-40B4-BE49-F238E27FC236}">
                <a16:creationId xmlns:a16="http://schemas.microsoft.com/office/drawing/2014/main" id="{D4BCB04E-07B7-48A6-BA39-2B95ABEF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91B2"/>
                </a:solidFill>
              </a:defRPr>
            </a:pPr>
            <a:r>
              <a:rPr sz="1875" b="1">
                <a:solidFill>
                  <a:srgbClr val="0891B2"/>
                </a:solidFill>
              </a:rPr>
              <a:t>Guided output</a:t>
            </a:r>
          </a:p>
        </p:txBody>
      </p:sp>
      <p:sp>
        <p:nvSpPr>
          <p:cNvPr id="2" name="content-title">
            <a:extLst xmlns:a="http://schemas.openxmlformats.org/drawingml/2006/main">
              <a:ext uri="{FF2B5EF4-FFF2-40B4-BE49-F238E27FC236}">
                <a16:creationId xmlns:a16="http://schemas.microsoft.com/office/drawing/2014/main" id="{F894251F-1989-4EB1-8D90-17434E38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632460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F172A"/>
                </a:solidFill>
              </a:defRPr>
            </a:pPr>
            <a:r>
              <a:rPr sz="4650" b="1">
                <a:solidFill>
                  <a:srgbClr val="0F172A"/>
                </a:solidFill>
              </a:rPr>
              <a:t>Builders create structured safety plan packages</a:t>
            </a:r>
          </a:p>
        </p:txBody>
      </p:sp>
      <p:sp>
        <p:nvSpPr>
          <p:cNvPr id="3" name="content-rule">
            <a:extLst xmlns:a="http://schemas.openxmlformats.org/drawingml/2006/main">
              <a:ext uri="{FF2B5EF4-FFF2-40B4-BE49-F238E27FC236}">
                <a16:creationId xmlns:a16="http://schemas.microsoft.com/office/drawing/2014/main" id="{A4E6D523-0639-42C8-8AAC-0F317991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4" name="content-progress">
            <a:extLst xmlns:a="http://schemas.openxmlformats.org/drawingml/2006/main">
              <a:ext uri="{FF2B5EF4-FFF2-40B4-BE49-F238E27FC236}">
                <a16:creationId xmlns:a16="http://schemas.microsoft.com/office/drawing/2014/main" id="{1F8CF89A-6175-4CB4-A1DA-1D6AF2E7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6324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4748B"/>
                </a:solidFill>
              </a:defRPr>
            </a:pPr>
            <a:r>
              <a:rPr sz="1800">
                <a:solidFill>
                  <a:srgbClr val="64748B"/>
                </a:solidFill>
              </a:rPr>
              <a:t>Module 3 of 3</a:t>
            </a:r>
          </a:p>
        </p:txBody>
      </p:sp>
      <p:sp>
        <p:nvSpPr>
          <p:cNvPr id="5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130FC9B7-A2A1-4B32-93DF-439C0EA1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91B2"/>
                </a:solidFill>
              </a:defRPr>
            </a:pPr>
            <a:r>
              <a:rPr sz="2100" b="1">
                <a:solidFill>
                  <a:srgbClr val="0891B2"/>
                </a:solidFill>
              </a:rPr>
              <a:t>-&gt;</a:t>
            </a:r>
          </a:p>
        </p:txBody>
      </p:sp>
      <p:sp>
        <p:nvSpPr>
          <p:cNvPr id="6" name="bullet-copy">
            <a:extLst xmlns:a="http://schemas.openxmlformats.org/drawingml/2006/main">
              <a:ext uri="{FF2B5EF4-FFF2-40B4-BE49-F238E27FC236}">
                <a16:creationId xmlns:a16="http://schemas.microsoft.com/office/drawing/2014/main" id="{5A3B0766-223E-4F53-AE71-AFC81FEF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2875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PESH and CSEP workflows guide users through repeatable inputs.</a:t>
            </a:r>
          </a:p>
        </p:txBody>
      </p:sp>
      <p:sp>
        <p:nvSpPr>
          <p:cNvPr id="7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74BF32F7-08B0-42C1-89E5-40D14B4F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6215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91B2"/>
                </a:solidFill>
              </a:defRPr>
            </a:pPr>
            <a:r>
              <a:rPr sz="2100" b="1">
                <a:solidFill>
                  <a:srgbClr val="0891B2"/>
                </a:solidFill>
              </a:rPr>
              <a:t>-&gt;</a:t>
            </a:r>
          </a:p>
        </p:txBody>
      </p:sp>
      <p:sp>
        <p:nvSpPr>
          <p:cNvPr id="8" name="bullet-copy">
            <a:extLst xmlns:a="http://schemas.openxmlformats.org/drawingml/2006/main">
              <a:ext uri="{FF2B5EF4-FFF2-40B4-BE49-F238E27FC236}">
                <a16:creationId xmlns:a16="http://schemas.microsoft.com/office/drawing/2014/main" id="{47612781-9244-4622-BAC9-3A06D403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215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Generated drafts still need review before operational use.</a:t>
            </a:r>
          </a:p>
        </p:txBody>
      </p:sp>
      <p:sp>
        <p:nvSpPr>
          <p:cNvPr id="9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2E09ECAD-D24D-4494-88AF-1C0A5CEA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91B2"/>
                </a:solidFill>
              </a:defRPr>
            </a:pPr>
            <a:r>
              <a:rPr sz="2100" b="1">
                <a:solidFill>
                  <a:srgbClr val="0891B2"/>
                </a:solidFill>
              </a:rPr>
              <a:t>-&gt;</a:t>
            </a:r>
          </a:p>
        </p:txBody>
      </p:sp>
      <p:sp>
        <p:nvSpPr>
          <p:cNvPr id="10" name="bullet-copy">
            <a:extLst xmlns:a="http://schemas.openxmlformats.org/drawingml/2006/main">
              <a:ext uri="{FF2B5EF4-FFF2-40B4-BE49-F238E27FC236}">
                <a16:creationId xmlns:a16="http://schemas.microsoft.com/office/drawing/2014/main" id="{03E4A13E-B8B1-48CB-BED9-27D2F9FC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891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Final exports should live back in the library as the source of truth.</a:t>
            </a:r>
          </a:p>
        </p:txBody>
      </p:sp>
      <p:sp>
        <p:nvSpPr>
          <p:cNvPr id="11" name="trainer-cue">
            <a:extLst xmlns:a="http://schemas.openxmlformats.org/drawingml/2006/main">
              <a:ext uri="{FF2B5EF4-FFF2-40B4-BE49-F238E27FC236}">
                <a16:creationId xmlns:a16="http://schemas.microsoft.com/office/drawing/2014/main" id="{C34CA3B7-62DA-48C4-A616-CBBA7CAD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15450"/>
            <a:ext cx="1645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4748B"/>
                </a:solidFill>
              </a:defRPr>
            </a:pPr>
            <a:r>
              <a:rPr sz="1650">
                <a:solidFill>
                  <a:srgbClr val="64748B"/>
                </a:solidFill>
              </a:rPr>
              <a:t>Trainer cue: demonstrate the matching page in the live workspace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20531745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eout-checklist">
            <a:extLst xmlns:a="http://schemas.openxmlformats.org/drawingml/2006/main">
              <a:ext uri="{FF2B5EF4-FFF2-40B4-BE49-F238E27FC236}">
                <a16:creationId xmlns:a16="http://schemas.microsoft.com/office/drawing/2014/main" id="{AC0E2F03-FB99-40E2-A4C3-3C4F8CF4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1645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91B2"/>
                </a:solidFill>
              </a:defRPr>
            </a:pPr>
            <a:r>
              <a:rPr sz="1875" b="1">
                <a:solidFill>
                  <a:srgbClr val="0891B2"/>
                </a:solidFill>
              </a:rPr>
              <a:t>Closeout checklist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74721D07-0486-44EA-AF1E-E0751CE2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33500"/>
            <a:ext cx="164592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172A"/>
                </a:solidFill>
              </a:defRPr>
            </a:pPr>
            <a:r>
              <a:rPr sz="5100" b="1">
                <a:solidFill>
                  <a:srgbClr val="0F172A"/>
                </a:solidFill>
              </a:rPr>
              <a:t>Before the team leaves the training</a:t>
            </a:r>
          </a:p>
        </p:txBody>
      </p:sp>
      <p:sp>
        <p:nvSpPr>
          <p:cNvPr id="3" name="close-rule">
            <a:extLst xmlns:a="http://schemas.openxmlformats.org/drawingml/2006/main">
              <a:ext uri="{FF2B5EF4-FFF2-40B4-BE49-F238E27FC236}">
                <a16:creationId xmlns:a16="http://schemas.microsoft.com/office/drawing/2014/main" id="{A38AE758-8089-4C0E-A334-1C890346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4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5C7CE08C-3A17-48C5-8A04-EEFAC1FF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91B2"/>
                </a:solidFill>
              </a:defRPr>
            </a:pPr>
            <a:r>
              <a:rPr sz="2100" b="1">
                <a:solidFill>
                  <a:srgbClr val="0891B2"/>
                </a:solidFill>
              </a:rPr>
              <a:t>-&gt;</a:t>
            </a:r>
          </a:p>
        </p:txBody>
      </p:sp>
      <p:sp>
        <p:nvSpPr>
          <p:cNvPr id="5" name="bullet-copy">
            <a:extLst xmlns:a="http://schemas.openxmlformats.org/drawingml/2006/main">
              <a:ext uri="{FF2B5EF4-FFF2-40B4-BE49-F238E27FC236}">
                <a16:creationId xmlns:a16="http://schemas.microsoft.com/office/drawing/2014/main" id="{B3630FC1-CF7D-4849-AD6B-F0DE69FD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19400"/>
            <a:ext cx="1590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Start in the library when looking for a record.</a:t>
            </a:r>
          </a:p>
        </p:txBody>
      </p:sp>
      <p:sp>
        <p:nvSpPr>
          <p:cNvPr id="6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3F2BCB19-DF31-48F2-B2BB-B52B42BA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91B2"/>
                </a:solidFill>
              </a:defRPr>
            </a:pPr>
            <a:r>
              <a:rPr sz="2100" b="1">
                <a:solidFill>
                  <a:srgbClr val="0891B2"/>
                </a:solidFill>
              </a:rPr>
              <a:t>-&gt;</a:t>
            </a:r>
          </a:p>
        </p:txBody>
      </p:sp>
      <p:sp>
        <p:nvSpPr>
          <p:cNvPr id="7" name="bullet-copy">
            <a:extLst xmlns:a="http://schemas.openxmlformats.org/drawingml/2006/main">
              <a:ext uri="{FF2B5EF4-FFF2-40B4-BE49-F238E27FC236}">
                <a16:creationId xmlns:a16="http://schemas.microsoft.com/office/drawing/2014/main" id="{4AB000F4-DD56-4824-90B5-4507AF28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52800"/>
            <a:ext cx="1590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Use marketplace for templates, not final company records.</a:t>
            </a:r>
          </a:p>
        </p:txBody>
      </p:sp>
      <p:sp>
        <p:nvSpPr>
          <p:cNvPr id="8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A1ACA66F-ADE8-4D19-AD29-D037AE3C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40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91B2"/>
                </a:solidFill>
              </a:defRPr>
            </a:pPr>
            <a:r>
              <a:rPr sz="2100" b="1">
                <a:solidFill>
                  <a:srgbClr val="0891B2"/>
                </a:solidFill>
              </a:rPr>
              <a:t>-&gt;</a:t>
            </a:r>
          </a:p>
        </p:txBody>
      </p:sp>
      <p:sp>
        <p:nvSpPr>
          <p:cNvPr id="9" name="bullet-copy">
            <a:extLst xmlns:a="http://schemas.openxmlformats.org/drawingml/2006/main">
              <a:ext uri="{FF2B5EF4-FFF2-40B4-BE49-F238E27FC236}">
                <a16:creationId xmlns:a16="http://schemas.microsoft.com/office/drawing/2014/main" id="{47758F35-6E30-4547-81D4-7E740ABC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86200"/>
            <a:ext cx="1590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34155"/>
                </a:solidFill>
              </a:defRPr>
            </a:pPr>
            <a:r>
              <a:rPr sz="2325">
                <a:solidFill>
                  <a:srgbClr val="334155"/>
                </a:solidFill>
              </a:rPr>
              <a:t>Treat builders as guided drafting tools with human review.</a:t>
            </a:r>
          </a:p>
        </p:txBody>
      </p:sp>
      <p:sp>
        <p:nvSpPr>
          <p:cNvPr id="10" name="close-next-step">
            <a:extLst xmlns:a="http://schemas.openxmlformats.org/drawingml/2006/main">
              <a:ext uri="{FF2B5EF4-FFF2-40B4-BE49-F238E27FC236}">
                <a16:creationId xmlns:a16="http://schemas.microsoft.com/office/drawing/2014/main" id="{3797806B-1772-4CB8-8252-B15C070F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12382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34155"/>
                </a:solidFill>
              </a:defRPr>
            </a:pPr>
            <a:r>
              <a:rPr sz="2400" b="1">
                <a:solidFill>
                  <a:srgbClr val="334155"/>
                </a:solidFill>
              </a:rPr>
              <a:t>Next step: open Safety360Docs, repeat the workflow, and assign one owner for any cleanup found during training.</a:t>
            </a:r>
          </a:p>
        </p:txBody>
      </p:sp>
    </p:spTree>
    <p:extLst>
      <p:ext uri="{BB962C8B-B14F-4D97-AF65-F5344CB8AC3E}">
        <p14:creationId xmlns:p14="http://schemas.microsoft.com/office/powerpoint/2010/main" val="5728852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2026-05-01T15:28:43.2710000Z</dcterms:created>
  <dcterms:modified xsi:type="dcterms:W3CDTF">2026-05-01T15:28:43.2710000Z</dcterms:modified>
</coreProperties>
</file>