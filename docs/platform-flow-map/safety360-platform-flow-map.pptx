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25603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Safety360 Platform Process 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9768" y="72237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operating loop across access, setup, field execution, documents, AI, analytics, and admin controls</a:t>
            </a:r>
            <a:endParaRPr lang="en-US" sz="940" dirty="0"/>
          </a:p>
        </p:txBody>
      </p:sp>
      <p:sp>
        <p:nvSpPr>
          <p:cNvPr id="4" name="Text 2"/>
          <p:cNvSpPr/>
          <p:nvPr/>
        </p:nvSpPr>
        <p:spPr>
          <a:xfrm>
            <a:off x="6446520" y="393192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4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the hub. Work happens in modules. Data comes back as risk, recommendations, and review queues.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502920" y="1124712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65860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+ SCOPE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2743200" y="1124712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16586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HUB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4617720" y="1124712"/>
            <a:ext cx="1965960" cy="256032"/>
          </a:xfrm>
          <a:prstGeom prst="roundRect">
            <a:avLst>
              <a:gd name="adj" fmla="val 21429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165860"/>
            <a:ext cx="1783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MODULES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7452360" y="1124712"/>
            <a:ext cx="1691640" cy="256032"/>
          </a:xfrm>
          <a:prstGeom prst="roundRect">
            <a:avLst>
              <a:gd name="adj" fmla="val 21429"/>
            </a:avLst>
          </a:prstGeom>
          <a:solidFill>
            <a:srgbClr val="5B4B8A"/>
          </a:solidFill>
          <a:ln w="12700">
            <a:solidFill>
              <a:srgbClr val="5B4B8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1165860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9902952" y="1124712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94392" y="1165860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+ OVERSIGHT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457200" y="1572768"/>
            <a:ext cx="1737360" cy="859536"/>
          </a:xfrm>
          <a:prstGeom prst="roundRect">
            <a:avLst>
              <a:gd name="adj" fmla="val 8511"/>
            </a:avLst>
          </a:prstGeom>
          <a:solidFill>
            <a:srgbClr val="E7F5F2"/>
          </a:solidFill>
          <a:ln w="14605">
            <a:solidFill>
              <a:srgbClr val="9ACF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1572768"/>
            <a:ext cx="68580" cy="85953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" y="1673352"/>
            <a:ext cx="14447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 In + Tenant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621792" y="1956816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workspace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permissions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Jobsite scope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1737360" cy="859536"/>
          </a:xfrm>
          <a:prstGeom prst="roundRect">
            <a:avLst>
              <a:gd name="adj" fmla="val 8511"/>
            </a:avLst>
          </a:prstGeom>
          <a:solidFill>
            <a:srgbClr val="EEF3F4"/>
          </a:solidFill>
          <a:ln w="14605">
            <a:solidFill>
              <a:srgbClr val="CBD7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743200"/>
            <a:ext cx="68580" cy="859536"/>
          </a:xfrm>
          <a:prstGeom prst="rect">
            <a:avLst/>
          </a:prstGeom>
          <a:solidFill>
            <a:srgbClr val="52616D"/>
          </a:solidFill>
          <a:ln w="12700">
            <a:solidFill>
              <a:srgbClr val="52616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2843784"/>
            <a:ext cx="14447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4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621792" y="3127248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+ access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Jobsites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Billing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Contractors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Integrations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2578608" y="1965960"/>
            <a:ext cx="1737360" cy="1042416"/>
          </a:xfrm>
          <a:prstGeom prst="roundRect">
            <a:avLst>
              <a:gd name="adj" fmla="val 7018"/>
            </a:avLst>
          </a:prstGeom>
          <a:solidFill>
            <a:srgbClr val="EAF1FF"/>
          </a:solidFill>
          <a:ln w="14605">
            <a:solidFill>
              <a:srgbClr val="A9BD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78608" y="1965960"/>
            <a:ext cx="68580" cy="10424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24912" y="2066544"/>
            <a:ext cx="14447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/ Command Center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2743200" y="2350008"/>
            <a:ext cx="1408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Memory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work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view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knowledge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4645152" y="1591056"/>
            <a:ext cx="1883664" cy="841248"/>
          </a:xfrm>
          <a:prstGeom prst="roundRect">
            <a:avLst>
              <a:gd name="adj" fmla="val 8696"/>
            </a:avLst>
          </a:prstGeom>
          <a:solidFill>
            <a:srgbClr val="EAF6EA"/>
          </a:solidFill>
          <a:ln w="14605">
            <a:solidFill>
              <a:srgbClr val="AFD6B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45152" y="1591056"/>
            <a:ext cx="68580" cy="8412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1456" y="1691640"/>
            <a:ext cx="1591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+ Jobsites</a:t>
            </a:r>
            <a:endParaRPr lang="en-US" sz="1040" dirty="0"/>
          </a:p>
        </p:txBody>
      </p:sp>
      <p:sp>
        <p:nvSpPr>
          <p:cNvPr id="30" name="Text 28"/>
          <p:cNvSpPr/>
          <p:nvPr/>
        </p:nvSpPr>
        <p:spPr>
          <a:xfrm>
            <a:off x="4809744" y="19751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Jobsite overview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JSA / permits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issues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view</a:t>
            </a:r>
            <a:endParaRPr lang="en-US" sz="770" dirty="0"/>
          </a:p>
        </p:txBody>
      </p:sp>
      <p:sp>
        <p:nvSpPr>
          <p:cNvPr id="31" name="Shape 29"/>
          <p:cNvSpPr/>
          <p:nvPr/>
        </p:nvSpPr>
        <p:spPr>
          <a:xfrm>
            <a:off x="4645152" y="2743200"/>
            <a:ext cx="1883664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4605">
            <a:solidFill>
              <a:srgbClr val="CBD7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45152" y="2743200"/>
            <a:ext cx="68580" cy="841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91456" y="2843784"/>
            <a:ext cx="1591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4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</a:t>
            </a:r>
            <a:endParaRPr lang="en-US" sz="1040" dirty="0"/>
          </a:p>
        </p:txBody>
      </p:sp>
      <p:sp>
        <p:nvSpPr>
          <p:cNvPr id="34" name="Text 32"/>
          <p:cNvSpPr/>
          <p:nvPr/>
        </p:nvSpPr>
        <p:spPr>
          <a:xfrm>
            <a:off x="4809744" y="31272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/ upload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Library + search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Blueprint builders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Marketplace previews</a:t>
            </a:r>
            <a:endParaRPr lang="en-US" sz="770" dirty="0"/>
          </a:p>
        </p:txBody>
      </p:sp>
      <p:sp>
        <p:nvSpPr>
          <p:cNvPr id="35" name="Shape 33"/>
          <p:cNvSpPr/>
          <p:nvPr/>
        </p:nvSpPr>
        <p:spPr>
          <a:xfrm>
            <a:off x="4645152" y="3895344"/>
            <a:ext cx="1883664" cy="841248"/>
          </a:xfrm>
          <a:prstGeom prst="roundRect">
            <a:avLst>
              <a:gd name="adj" fmla="val 8696"/>
            </a:avLst>
          </a:prstGeom>
          <a:solidFill>
            <a:srgbClr val="FFF5DD"/>
          </a:solidFill>
          <a:ln w="14605">
            <a:solidFill>
              <a:srgbClr val="E4C57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45152" y="3895344"/>
            <a:ext cx="68580" cy="84124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91456" y="3995928"/>
            <a:ext cx="1591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B77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+ Training</a:t>
            </a:r>
            <a:endParaRPr lang="en-US" sz="1040" dirty="0"/>
          </a:p>
        </p:txBody>
      </p:sp>
      <p:sp>
        <p:nvSpPr>
          <p:cNvPr id="38" name="Text 36"/>
          <p:cNvSpPr/>
          <p:nvPr/>
        </p:nvSpPr>
        <p:spPr>
          <a:xfrm>
            <a:off x="4809744" y="42793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Intelligence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Inductions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forms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matrix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Contractor compliance</a:t>
            </a:r>
            <a:endParaRPr lang="en-US" sz="770" dirty="0"/>
          </a:p>
        </p:txBody>
      </p:sp>
      <p:sp>
        <p:nvSpPr>
          <p:cNvPr id="39" name="Shape 37"/>
          <p:cNvSpPr/>
          <p:nvPr/>
        </p:nvSpPr>
        <p:spPr>
          <a:xfrm>
            <a:off x="7315200" y="1874520"/>
            <a:ext cx="1993392" cy="1152144"/>
          </a:xfrm>
          <a:prstGeom prst="roundRect">
            <a:avLst>
              <a:gd name="adj" fmla="val 6349"/>
            </a:avLst>
          </a:prstGeom>
          <a:solidFill>
            <a:srgbClr val="F0EDFF"/>
          </a:solidFill>
          <a:ln w="14605">
            <a:solidFill>
              <a:srgbClr val="B9AF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15200" y="1874520"/>
            <a:ext cx="68580" cy="1152144"/>
          </a:xfrm>
          <a:prstGeom prst="rect">
            <a:avLst/>
          </a:prstGeom>
          <a:solidFill>
            <a:srgbClr val="5B4B8A"/>
          </a:solidFill>
          <a:ln w="12700">
            <a:solidFill>
              <a:srgbClr val="5B4B8A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61504" y="1975104"/>
            <a:ext cx="17007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5B4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+ AI Layer</a:t>
            </a:r>
            <a:endParaRPr lang="en-US" sz="1040" dirty="0"/>
          </a:p>
        </p:txBody>
      </p:sp>
      <p:sp>
        <p:nvSpPr>
          <p:cNvPr id="42" name="Text 40"/>
          <p:cNvSpPr/>
          <p:nvPr/>
        </p:nvSpPr>
        <p:spPr>
          <a:xfrm>
            <a:off x="7479792" y="2258568"/>
            <a:ext cx="16642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 + RLS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+ conflicts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memory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Memory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risk model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Engine logging</a:t>
            </a:r>
            <a:endParaRPr lang="en-US" sz="770" dirty="0"/>
          </a:p>
        </p:txBody>
      </p:sp>
      <p:sp>
        <p:nvSpPr>
          <p:cNvPr id="43" name="Shape 41"/>
          <p:cNvSpPr/>
          <p:nvPr/>
        </p:nvSpPr>
        <p:spPr>
          <a:xfrm>
            <a:off x="7315200" y="3712464"/>
            <a:ext cx="1993392" cy="877824"/>
          </a:xfrm>
          <a:prstGeom prst="roundRect">
            <a:avLst>
              <a:gd name="adj" fmla="val 8333"/>
            </a:avLst>
          </a:prstGeom>
          <a:solidFill>
            <a:srgbClr val="EAF1FF"/>
          </a:solidFill>
          <a:ln w="14605">
            <a:solidFill>
              <a:srgbClr val="A9BDF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15200" y="3712464"/>
            <a:ext cx="68580" cy="87782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61504" y="3813048"/>
            <a:ext cx="17007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+ Reports</a:t>
            </a:r>
            <a:endParaRPr lang="en-US" sz="1040" dirty="0"/>
          </a:p>
        </p:txBody>
      </p:sp>
      <p:sp>
        <p:nvSpPr>
          <p:cNvPr id="46" name="Text 44"/>
          <p:cNvSpPr/>
          <p:nvPr/>
        </p:nvSpPr>
        <p:spPr>
          <a:xfrm>
            <a:off x="7479792" y="4096512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analytics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model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activity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 snapshots</a:t>
            </a:r>
            <a:endParaRPr lang="en-US" sz="770" dirty="0"/>
          </a:p>
        </p:txBody>
      </p:sp>
      <p:sp>
        <p:nvSpPr>
          <p:cNvPr id="47" name="Shape 45"/>
          <p:cNvSpPr/>
          <p:nvPr/>
        </p:nvSpPr>
        <p:spPr>
          <a:xfrm>
            <a:off x="9948672" y="1572768"/>
            <a:ext cx="1792224" cy="9144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14605">
            <a:solidFill>
              <a:srgbClr val="E9ACA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948672" y="1572768"/>
            <a:ext cx="68580" cy="91440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094976" y="1673352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Review</a:t>
            </a:r>
            <a:endParaRPr lang="en-US" sz="1040" dirty="0"/>
          </a:p>
        </p:txBody>
      </p:sp>
      <p:sp>
        <p:nvSpPr>
          <p:cNvPr id="50" name="Text 48"/>
          <p:cNvSpPr/>
          <p:nvPr/>
        </p:nvSpPr>
        <p:spPr>
          <a:xfrm>
            <a:off x="10113264" y="195681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queue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Marketplace admin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Companies / users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Billing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admin</a:t>
            </a:r>
            <a:endParaRPr lang="en-US" sz="770" dirty="0"/>
          </a:p>
        </p:txBody>
      </p:sp>
      <p:sp>
        <p:nvSpPr>
          <p:cNvPr id="51" name="Shape 49"/>
          <p:cNvSpPr/>
          <p:nvPr/>
        </p:nvSpPr>
        <p:spPr>
          <a:xfrm>
            <a:off x="9948672" y="2798064"/>
            <a:ext cx="179222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5">
            <a:solidFill>
              <a:srgbClr val="CBD7D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948672" y="2798064"/>
            <a:ext cx="68580" cy="914400"/>
          </a:xfrm>
          <a:prstGeom prst="rect">
            <a:avLst/>
          </a:prstGeom>
          <a:solidFill>
            <a:srgbClr val="5B4B8A"/>
          </a:solidFill>
          <a:ln w="12700">
            <a:solidFill>
              <a:srgbClr val="5B4B8A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094976" y="2898648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4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Superadmin Ops</a:t>
            </a:r>
            <a:endParaRPr lang="en-US" sz="1040" dirty="0"/>
          </a:p>
        </p:txBody>
      </p:sp>
      <p:sp>
        <p:nvSpPr>
          <p:cNvPr id="54" name="Text 52"/>
          <p:cNvSpPr/>
          <p:nvPr/>
        </p:nvSpPr>
        <p:spPr>
          <a:xfrm>
            <a:off x="10113264" y="318211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Engine operations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validation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health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CSEP completeness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Jurisdiction standards</a:t>
            </a:r>
            <a:endParaRPr lang="en-US" sz="770" dirty="0"/>
          </a:p>
        </p:txBody>
      </p:sp>
      <p:sp>
        <p:nvSpPr>
          <p:cNvPr id="55" name="Shape 53"/>
          <p:cNvSpPr/>
          <p:nvPr/>
        </p:nvSpPr>
        <p:spPr>
          <a:xfrm>
            <a:off x="9948672" y="4041648"/>
            <a:ext cx="1792224" cy="841248"/>
          </a:xfrm>
          <a:prstGeom prst="roundRect">
            <a:avLst>
              <a:gd name="adj" fmla="val 8696"/>
            </a:avLst>
          </a:prstGeom>
          <a:solidFill>
            <a:srgbClr val="EAF6EA"/>
          </a:solidFill>
          <a:ln w="14605">
            <a:solidFill>
              <a:srgbClr val="AFD6B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948672" y="4041648"/>
            <a:ext cx="68580" cy="8412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094976" y="4142232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Action</a:t>
            </a:r>
            <a:endParaRPr lang="en-US" sz="1040" dirty="0"/>
          </a:p>
        </p:txBody>
      </p:sp>
      <p:sp>
        <p:nvSpPr>
          <p:cNvPr id="58" name="Text 56"/>
          <p:cNvSpPr/>
          <p:nvPr/>
        </p:nvSpPr>
        <p:spPr>
          <a:xfrm>
            <a:off x="10113264" y="44256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work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findings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controls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Refresh hub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loop</a:t>
            </a:r>
            <a:endParaRPr lang="en-US" sz="770" dirty="0"/>
          </a:p>
        </p:txBody>
      </p:sp>
      <p:sp>
        <p:nvSpPr>
          <p:cNvPr id="59" name="Shape 57"/>
          <p:cNvSpPr/>
          <p:nvPr/>
        </p:nvSpPr>
        <p:spPr>
          <a:xfrm>
            <a:off x="2194560" y="2002536"/>
            <a:ext cx="384048" cy="301752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2194560" y="3172968"/>
            <a:ext cx="384048" cy="-548640"/>
          </a:xfrm>
          <a:prstGeom prst="line">
            <a:avLst/>
          </a:prstGeom>
          <a:noFill/>
          <a:ln w="15240">
            <a:solidFill>
              <a:srgbClr val="9AA9B4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4315968" y="2240280"/>
            <a:ext cx="329184" cy="-228600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4315968" y="2487168"/>
            <a:ext cx="329184" cy="603504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4315968" y="2724912"/>
            <a:ext cx="329184" cy="1536192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6528816" y="2011680"/>
            <a:ext cx="786384" cy="256032"/>
          </a:xfrm>
          <a:prstGeom prst="line">
            <a:avLst/>
          </a:prstGeom>
          <a:noFill/>
          <a:ln w="1524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6528816" y="3090672"/>
            <a:ext cx="786384" cy="-621792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6528816" y="4261104"/>
            <a:ext cx="786384" cy="-1591056"/>
          </a:xfrm>
          <a:prstGeom prst="line">
            <a:avLst/>
          </a:prstGeom>
          <a:noFill/>
          <a:ln w="15240">
            <a:solidFill>
              <a:srgbClr val="B7791F"/>
            </a:solidFill>
            <a:prstDash val="solid"/>
            <a:headEnd type="none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9308592" y="2267712"/>
            <a:ext cx="640080" cy="-274320"/>
          </a:xfrm>
          <a:prstGeom prst="line">
            <a:avLst/>
          </a:prstGeom>
          <a:noFill/>
          <a:ln w="15240">
            <a:solidFill>
              <a:srgbClr val="5B4B8A"/>
            </a:solidFill>
            <a:prstDash val="solid"/>
            <a:headEnd type="none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9308592" y="2560320"/>
            <a:ext cx="640080" cy="694944"/>
          </a:xfrm>
          <a:prstGeom prst="line">
            <a:avLst/>
          </a:prstGeom>
          <a:noFill/>
          <a:ln w="15240">
            <a:solidFill>
              <a:srgbClr val="5B4B8A"/>
            </a:solidFill>
            <a:prstDash val="solid"/>
            <a:headEnd type="none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9308592" y="4160520"/>
            <a:ext cx="640080" cy="301752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10844784" y="4041648"/>
            <a:ext cx="-7141464" cy="-1033272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859536" y="2432304"/>
            <a:ext cx="0" cy="310896"/>
          </a:xfrm>
          <a:prstGeom prst="line">
            <a:avLst/>
          </a:prstGeom>
          <a:noFill/>
          <a:ln w="13335">
            <a:solidFill>
              <a:srgbClr val="9AA9B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321040" y="3026664"/>
            <a:ext cx="0" cy="685800"/>
          </a:xfrm>
          <a:prstGeom prst="line">
            <a:avLst/>
          </a:prstGeom>
          <a:noFill/>
          <a:ln w="15240">
            <a:solidFill>
              <a:srgbClr val="5B4B8A"/>
            </a:solidFill>
            <a:prstDash val="solid"/>
            <a:headEnd type="none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3456432" y="3008376"/>
            <a:ext cx="0" cy="2221992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3456432" y="5230368"/>
            <a:ext cx="7388352" cy="0"/>
          </a:xfrm>
          <a:prstGeom prst="line">
            <a:avLst/>
          </a:prstGeom>
          <a:noFill/>
          <a:ln w="12700">
            <a:solidFill>
              <a:srgbClr val="9AA9B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844784" y="5230368"/>
            <a:ext cx="0" cy="-347472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502920" y="5650992"/>
            <a:ext cx="11228832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430">
            <a:solidFill>
              <a:srgbClr val="CBD7D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85800" y="5779008"/>
            <a:ext cx="10826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boundary: all company and jobsite data passes through route-handler scope checks, Supabase RLS, storage policy, and role permissions.</a:t>
            </a:r>
            <a:endParaRPr lang="en-US" sz="810" dirty="0"/>
          </a:p>
        </p:txBody>
      </p:sp>
      <p:sp>
        <p:nvSpPr>
          <p:cNvPr id="78" name="Text 76"/>
          <p:cNvSpPr/>
          <p:nvPr/>
        </p:nvSpPr>
        <p:spPr>
          <a:xfrm>
            <a:off x="502920" y="6437376"/>
            <a:ext cx="7498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README, docs/route-structure.md, docs/command-center.md, app navigation, Safety Intelligence workflow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9738360" y="6437376"/>
            <a:ext cx="1993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map - May 2026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Safety360docs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Safety360 Platform Flow Map</dc:title>
  <dc:subject>Current platform process flow</dc:subject>
  <dc:creator>Safety360docs</dc:creator>
  <cp:lastModifiedBy>Safety360docs</cp:lastModifiedBy>
  <cp:revision>1</cp:revision>
  <dcterms:created xsi:type="dcterms:W3CDTF">2026-05-08T04:02:10Z</dcterms:created>
  <dcterms:modified xsi:type="dcterms:W3CDTF">2026-05-08T04:02:10Z</dcterms:modified>
</cp:coreProperties>
</file>