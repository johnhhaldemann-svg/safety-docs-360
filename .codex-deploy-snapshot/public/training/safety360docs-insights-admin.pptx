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dc629506f94260" /><Relationship Type="http://schemas.openxmlformats.org/officeDocument/2006/relationships/extended-properties" Target="/docProps/app.xml" Id="R49b03002eff94569" /><Relationship Type="http://schemas.openxmlformats.org/officeDocument/2006/relationships/officeDocument" Target="/ppt/presentation.xml" Id="R1926459dbb8149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9eb37cb1b74b74"/>
  </p:sldMasterIdLst>
  <p:notesMasterIdLst>
    <p:notesMasterId xmlns:r="http://schemas.openxmlformats.org/officeDocument/2006/relationships" r:id="R21f97481e0094179"/>
  </p:notesMasterIdLst>
  <p:sldIdLst>
    <p:sldId xmlns:r="http://schemas.openxmlformats.org/officeDocument/2006/relationships" id="256" r:id="Rce0e5c348c8e48db"/>
    <p:sldId xmlns:r="http://schemas.openxmlformats.org/officeDocument/2006/relationships" id="257" r:id="Rd5f5128b9c24475d"/>
    <p:sldId xmlns:r="http://schemas.openxmlformats.org/officeDocument/2006/relationships" id="258" r:id="Rac32e18874414eb9"/>
    <p:sldId xmlns:r="http://schemas.openxmlformats.org/officeDocument/2006/relationships" id="259" r:id="R3f27b8fab0cc4ef4"/>
    <p:sldId xmlns:r="http://schemas.openxmlformats.org/officeDocument/2006/relationships" id="260" r:id="R3dedfbf353ed46b9"/>
    <p:sldId xmlns:r="http://schemas.openxmlformats.org/officeDocument/2006/relationships" id="261" r:id="Rd94020cffe5a4cc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eb37cb1b74b74" /><Relationship Type="http://schemas.openxmlformats.org/officeDocument/2006/relationships/theme" Target="/ppt/theme/theme1.xml" Id="Rb891c6ffb2864c5d" /><Relationship Type="http://schemas.openxmlformats.org/officeDocument/2006/relationships/notesMaster" Target="/ppt/notesMasters/notesMaster1.xml" Id="R21f97481e0094179" /><Relationship Type="http://schemas.openxmlformats.org/officeDocument/2006/relationships/presProps" Target="/ppt/presProps.xml" Id="R2ebd670e0ad34903" /><Relationship Type="http://schemas.openxmlformats.org/officeDocument/2006/relationships/viewProps" Target="/ppt/viewProps.xml" Id="R54fdb300d2f543ed" /><Relationship Type="http://schemas.openxmlformats.org/officeDocument/2006/relationships/tableStyles" Target="/ppt/tableStyles.xml" Id="R01a721d7ae364e84" /><Relationship Type="http://schemas.openxmlformats.org/officeDocument/2006/relationships/slide" Target="/ppt/slides/slide1.xml" Id="Rce0e5c348c8e48db" /><Relationship Type="http://schemas.openxmlformats.org/officeDocument/2006/relationships/slide" Target="/ppt/slides/slide2.xml" Id="Rd5f5128b9c24475d" /><Relationship Type="http://schemas.openxmlformats.org/officeDocument/2006/relationships/slide" Target="/ppt/slides/slide3.xml" Id="Rac32e18874414eb9" /><Relationship Type="http://schemas.openxmlformats.org/officeDocument/2006/relationships/slide" Target="/ppt/slides/slide4.xml" Id="R3f27b8fab0cc4ef4" /><Relationship Type="http://schemas.openxmlformats.org/officeDocument/2006/relationships/slide" Target="/ppt/slides/slide5.xml" Id="R3dedfbf353ed46b9" /><Relationship Type="http://schemas.openxmlformats.org/officeDocument/2006/relationships/slide" Target="/ppt/slides/slide6.xml" Id="Rd94020cffe5a4c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03d337c253248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af0f7fb17c42ab" /><Relationship Type="http://schemas.openxmlformats.org/officeDocument/2006/relationships/notesMaster" Target="/ppt/notesMasters/notesMaster1.xml" Id="Rd220117c2e1041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5d42bd48ae4db8" /><Relationship Type="http://schemas.openxmlformats.org/officeDocument/2006/relationships/notesMaster" Target="/ppt/notesMasters/notesMaster1.xml" Id="R71047f41d01a42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fcc559300a491c" /><Relationship Type="http://schemas.openxmlformats.org/officeDocument/2006/relationships/notesMaster" Target="/ppt/notesMasters/notesMaster1.xml" Id="R62a1f01e4c804e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fdcc130e274543" /><Relationship Type="http://schemas.openxmlformats.org/officeDocument/2006/relationships/notesMaster" Target="/ppt/notesMasters/notesMaster1.xml" Id="Ref49b2dc3fd344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f3e921a696437b" /><Relationship Type="http://schemas.openxmlformats.org/officeDocument/2006/relationships/notesMaster" Target="/ppt/notesMasters/notesMaster1.xml" Id="R2bccce3966ef48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274fb0ffd54762" /><Relationship Type="http://schemas.openxmlformats.org/officeDocument/2006/relationships/notesMaster" Target="/ppt/notesMasters/notesMaster1.xml" Id="Rfef70a4c092d45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320b7f15b44ad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ddde89e36ad4267" /><Relationship Type="http://schemas.openxmlformats.org/officeDocument/2006/relationships/slideLayout" Target="/ppt/slideLayouts/slideLayout2.xml" Id="R95aad05b703745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aad05b703745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1664cc84404c12" /><Relationship Type="http://schemas.openxmlformats.org/officeDocument/2006/relationships/notesSlide" Target="/ppt/notesSlides/notesSlide1.xml" Id="Rc7dc806dd68040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d13fcb962b4dfd" /><Relationship Type="http://schemas.openxmlformats.org/officeDocument/2006/relationships/notesSlide" Target="/ppt/notesSlides/notesSlide2.xml" Id="R6160d07eb2bb4d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02d656869d450a" /><Relationship Type="http://schemas.openxmlformats.org/officeDocument/2006/relationships/notesSlide" Target="/ppt/notesSlides/notesSlide3.xml" Id="R03ea7e9a62754e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3f22807e374ef8" /><Relationship Type="http://schemas.openxmlformats.org/officeDocument/2006/relationships/notesSlide" Target="/ppt/notesSlides/notesSlide4.xml" Id="Rbd29fd71c51746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0d4a2a5cf34076" /><Relationship Type="http://schemas.openxmlformats.org/officeDocument/2006/relationships/notesSlide" Target="/ppt/notesSlides/notesSlide5.xml" Id="Rb438e6724a8146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a1c28e243e49ec" /><Relationship Type="http://schemas.openxmlformats.org/officeDocument/2006/relationships/notesSlide" Target="/ppt/notesSlides/notesSlide6.xml" Id="R2a738279e4f746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DE3597F-1110-4FC9-8E73-D9A4128D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Safety360Docs Platform Training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9D7D353-E3BC-4BF7-9E6B-61FAA1D6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85153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F172A"/>
                </a:solidFill>
              </a:defRPr>
            </a:pPr>
            <a:r>
              <a:rPr sz="5700" b="1">
                <a:solidFill>
                  <a:srgbClr val="0F172A"/>
                </a:solidFill>
              </a:rPr>
              <a:t>Insights, Safety Intelligence, And Admin Basics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926340BF-FDA0-4A47-8720-E7E5585F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6C85C83-1514-4614-8979-9EAFFFCF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70866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334155"/>
                </a:solidFill>
              </a:defRPr>
            </a:pPr>
            <a:r>
              <a:rPr sz="2475">
                <a:solidFill>
                  <a:srgbClr val="334155"/>
                </a:solidFill>
              </a:rPr>
              <a:t>Command center, Safety Intelligence, analytics, reports, billing, and admin routines.</a:t>
            </a:r>
          </a:p>
        </p:txBody>
      </p:sp>
      <p:sp>
        <p:nvSpPr>
          <p:cNvPr id="5" name="audience-leaders-and-admins">
            <a:extLst xmlns:a="http://schemas.openxmlformats.org/drawingml/2006/main">
              <a:ext uri="{FF2B5EF4-FFF2-40B4-BE49-F238E27FC236}">
                <a16:creationId xmlns:a16="http://schemas.microsoft.com/office/drawing/2014/main" id="{2F499960-C79C-45D2-A9D6-5F92A011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47800"/>
            <a:ext cx="7258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Audience: Leaders and admins</a:t>
            </a:r>
          </a:p>
        </p:txBody>
      </p:sp>
      <p:sp>
        <p:nvSpPr>
          <p:cNvPr id="6" name="module-1">
            <a:extLst xmlns:a="http://schemas.openxmlformats.org/drawingml/2006/main">
              <a:ext uri="{FF2B5EF4-FFF2-40B4-BE49-F238E27FC236}">
                <a16:creationId xmlns:a16="http://schemas.microsoft.com/office/drawing/2014/main" id="{ADBA18AD-D7E7-4F86-A67F-9D29E2DF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002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91C1C"/>
                </a:solidFill>
              </a:defRPr>
            </a:pPr>
            <a:r>
              <a:rPr sz="2550" b="1">
                <a:solidFill>
                  <a:srgbClr val="B91C1C"/>
                </a:solidFill>
              </a:rPr>
              <a:t>1. Command</a:t>
            </a:r>
          </a:p>
        </p:txBody>
      </p:sp>
      <p:sp>
        <p:nvSpPr>
          <p:cNvPr id="7" name="module-2">
            <a:extLst xmlns:a="http://schemas.openxmlformats.org/drawingml/2006/main">
              <a:ext uri="{FF2B5EF4-FFF2-40B4-BE49-F238E27FC236}">
                <a16:creationId xmlns:a16="http://schemas.microsoft.com/office/drawing/2014/main" id="{27ED7C96-43DF-4E7A-9280-96776CCD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098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2. Intelligence</a:t>
            </a:r>
          </a:p>
        </p:txBody>
      </p:sp>
      <p:sp>
        <p:nvSpPr>
          <p:cNvPr id="8" name="module-3">
            <a:extLst xmlns:a="http://schemas.openxmlformats.org/drawingml/2006/main">
              <a:ext uri="{FF2B5EF4-FFF2-40B4-BE49-F238E27FC236}">
                <a16:creationId xmlns:a16="http://schemas.microsoft.com/office/drawing/2014/main" id="{863AA6ED-F59D-4C40-9A90-819018BB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0040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3. Analytics</a:t>
            </a:r>
          </a:p>
        </p:txBody>
      </p:sp>
      <p:sp>
        <p:nvSpPr>
          <p:cNvPr id="9" name="module-4">
            <a:extLst xmlns:a="http://schemas.openxmlformats.org/drawingml/2006/main">
              <a:ext uri="{FF2B5EF4-FFF2-40B4-BE49-F238E27FC236}">
                <a16:creationId xmlns:a16="http://schemas.microsoft.com/office/drawing/2014/main" id="{942CD21A-BB2C-418C-A4C5-B20B794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1000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4. Reports</a:t>
            </a:r>
          </a:p>
        </p:txBody>
      </p:sp>
      <p:sp>
        <p:nvSpPr>
          <p:cNvPr id="10" name="module-5">
            <a:extLst xmlns:a="http://schemas.openxmlformats.org/drawingml/2006/main">
              <a:ext uri="{FF2B5EF4-FFF2-40B4-BE49-F238E27FC236}">
                <a16:creationId xmlns:a16="http://schemas.microsoft.com/office/drawing/2014/main" id="{C9C8AC33-A24C-47EF-B17D-21F836C3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005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5. Billing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24C1259-3E0A-41A6-A0C5-E2F64DFA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0"/>
            <a:ext cx="1645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Editable PowerPoint deck | Built for live walkthroughs and onboarding.</a:t>
            </a:r>
          </a:p>
        </p:txBody>
      </p:sp>
    </p:spTree>
    <p:extLst>
      <p:ext uri="{BB962C8B-B14F-4D97-AF65-F5344CB8AC3E}">
        <p14:creationId xmlns:p14="http://schemas.microsoft.com/office/powerpoint/2010/main" val="15875517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at-this-module-teaches">
            <a:extLst xmlns:a="http://schemas.openxmlformats.org/drawingml/2006/main">
              <a:ext uri="{FF2B5EF4-FFF2-40B4-BE49-F238E27FC236}">
                <a16:creationId xmlns:a16="http://schemas.microsoft.com/office/drawing/2014/main" id="{55A431EB-97A4-4982-BFE0-BCCCFD68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1C1C"/>
                </a:solidFill>
              </a:defRPr>
            </a:pPr>
            <a:r>
              <a:rPr sz="1875" b="1">
                <a:solidFill>
                  <a:srgbClr val="B91C1C"/>
                </a:solidFill>
              </a:rPr>
              <a:t>What this module teaches</a:t>
            </a:r>
          </a:p>
        </p:txBody>
      </p:sp>
      <p:sp>
        <p:nvSpPr>
          <p:cNvPr id="2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E82C4362-CCC5-4D31-82F3-FC9F7F6A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16459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Insights, Safety Intelligence, And Admin Basics</a:t>
            </a:r>
          </a:p>
        </p:txBody>
      </p:sp>
      <p:sp>
        <p:nvSpPr>
          <p:cNvPr id="3" name="agenda-rule">
            <a:extLst xmlns:a="http://schemas.openxmlformats.org/drawingml/2006/main">
              <a:ext uri="{FF2B5EF4-FFF2-40B4-BE49-F238E27FC236}">
                <a16:creationId xmlns:a16="http://schemas.microsoft.com/office/drawing/2014/main" id="{8EAFBC65-AE23-4B89-ADB2-4C7B692B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4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3539AE8A-58B5-4EA0-884B-ACAE886D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91C1C"/>
                </a:solidFill>
              </a:defRPr>
            </a:pPr>
            <a:r>
              <a:rPr sz="3600" b="1">
                <a:solidFill>
                  <a:srgbClr val="B91C1C"/>
                </a:solidFill>
              </a:rPr>
              <a:t>01</a:t>
            </a:r>
          </a:p>
        </p:txBody>
      </p:sp>
      <p:sp>
        <p:nvSpPr>
          <p:cNvPr id="5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A1D002C1-EF9E-4254-B9FB-A0F36DD1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Command</a:t>
            </a:r>
          </a:p>
        </p:txBody>
      </p:sp>
      <p:sp>
        <p:nvSpPr>
          <p:cNvPr id="6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3C4DE33A-3A51-4EE1-9E12-A87741EB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FE118DFA-2729-4B85-9010-65439483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91C1C"/>
                </a:solidFill>
              </a:defRPr>
            </a:pPr>
            <a:r>
              <a:rPr sz="3600" b="1">
                <a:solidFill>
                  <a:srgbClr val="B91C1C"/>
                </a:solidFill>
              </a:rPr>
              <a:t>02</a:t>
            </a:r>
          </a:p>
        </p:txBody>
      </p:sp>
      <p:sp>
        <p:nvSpPr>
          <p:cNvPr id="8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8D66EDFC-5AF9-464A-BF9E-736B6AC3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Intelligence</a:t>
            </a:r>
          </a:p>
        </p:txBody>
      </p:sp>
      <p:sp>
        <p:nvSpPr>
          <p:cNvPr id="9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621C3BBC-3B3D-4E15-A8C9-C358AFA0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A201DAEE-8313-460B-9DB0-C64A4A90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91C1C"/>
                </a:solidFill>
              </a:defRPr>
            </a:pPr>
            <a:r>
              <a:rPr sz="3600" b="1">
                <a:solidFill>
                  <a:srgbClr val="B91C1C"/>
                </a:solidFill>
              </a:rPr>
              <a:t>03</a:t>
            </a:r>
          </a:p>
        </p:txBody>
      </p:sp>
      <p:sp>
        <p:nvSpPr>
          <p:cNvPr id="11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B5B61BA8-8354-4343-AD58-5C156167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Analytics</a:t>
            </a:r>
          </a:p>
        </p:txBody>
      </p:sp>
      <p:sp>
        <p:nvSpPr>
          <p:cNvPr id="12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5B53958D-16A2-48B6-A570-E94BB4E0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3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089D6754-D1B7-4FDF-B41D-93C65FB3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817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91C1C"/>
                </a:solidFill>
              </a:defRPr>
            </a:pPr>
            <a:r>
              <a:rPr sz="3600" b="1">
                <a:solidFill>
                  <a:srgbClr val="B91C1C"/>
                </a:solidFill>
              </a:rPr>
              <a:t>04</a:t>
            </a:r>
          </a:p>
        </p:txBody>
      </p:sp>
      <p:sp>
        <p:nvSpPr>
          <p:cNvPr id="14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7F817B9E-E113-44B8-ACC3-BA91A67A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Reports</a:t>
            </a:r>
          </a:p>
        </p:txBody>
      </p:sp>
      <p:sp>
        <p:nvSpPr>
          <p:cNvPr id="15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F2D0D588-C759-4851-912A-1D320054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8190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059411FB-7AF5-4847-B7AE-2CAB76B8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3817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91C1C"/>
                </a:solidFill>
              </a:defRPr>
            </a:pPr>
            <a:r>
              <a:rPr sz="3600" b="1">
                <a:solidFill>
                  <a:srgbClr val="B91C1C"/>
                </a:solidFill>
              </a:rPr>
              <a:t>05</a:t>
            </a:r>
          </a:p>
        </p:txBody>
      </p:sp>
      <p:sp>
        <p:nvSpPr>
          <p:cNvPr id="17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7715AD0C-6456-45ED-BE73-26CD1BAD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0485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Billing</a:t>
            </a:r>
          </a:p>
        </p:txBody>
      </p:sp>
      <p:sp>
        <p:nvSpPr>
          <p:cNvPr id="18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2364C850-DCB4-4E45-9CB3-7BAEA7E4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58190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09509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09BB9CF4-5454-4988-98D8-14F757F4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1C1C"/>
                </a:solidFill>
              </a:defRPr>
            </a:pPr>
            <a:r>
              <a:rPr sz="1875" b="1">
                <a:solidFill>
                  <a:srgbClr val="B91C1C"/>
                </a:solidFill>
              </a:rPr>
              <a:t>Leadership view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80EAE225-EFC7-4F6C-8627-415900A4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Command Center turns signals into priorities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BD3AB1C8-BDE3-44C3-B80D-AD6E91BA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FB13026D-1E02-40DB-ABA0-94B81D9A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1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53923950-5F23-41FC-BEEE-3E596FF0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8289D3A1-6F71-44AB-92DA-BB021429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it to review current risk, open work, and recommended next steps.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B1D43D0D-BE23-407F-BD6C-69127D0A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EF91BF41-C751-44B8-9E77-BAD33F47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Treat the dashboard as status and the command center as action.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0F34010C-EBE9-436C-9071-91B8C96D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4CC00251-625A-460C-A517-89F4CBD7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Make it the first stop for manager and safety leader check-ins.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FAC3E048-3A79-418A-A54E-EFC8FE93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4863272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AEC236A1-642E-49B2-9B2E-1187F605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1C1C"/>
                </a:solidFill>
              </a:defRPr>
            </a:pPr>
            <a:r>
              <a:rPr sz="1875" b="1">
                <a:solidFill>
                  <a:srgbClr val="B91C1C"/>
                </a:solidFill>
              </a:rPr>
              <a:t>AI assisted workflow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EFC7B975-2709-490A-8704-3EFA51CE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Safety Intelligence supports review and generation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163B53F9-D798-46ED-9629-37D09556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2A97935F-21F5-433B-B637-D96814B7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2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B90AA25F-5509-48FE-854D-117D61DF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513911B3-2EA1-409B-B4F3-DD3A68AB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intake and review flows to structure safety document work.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DC8597A7-BC21-464A-8A65-8BF6BC46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7F52CA70-3606-4D4E-AB85-D881EC55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Check conflicts, permit triggers, and generated drafts before reliance.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374E25E1-F2D6-4421-B312-52A2A804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01815EDE-1B43-484D-9870-96DE46CC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Keep human approval as the final control for operational decisions.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F701DFCC-6B3C-47B1-A2A3-0D49FA5E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7919863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5E9E52E0-9D64-4787-AAE8-CEB9B905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1C1C"/>
                </a:solidFill>
              </a:defRPr>
            </a:pPr>
            <a:r>
              <a:rPr sz="1875" b="1">
                <a:solidFill>
                  <a:srgbClr val="B91C1C"/>
                </a:solidFill>
              </a:rPr>
              <a:t>Operating rhythm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A14A8D98-1A25-420E-9CC9-2D776C72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Reports, analytics, and admin views close the loop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F6A456DD-DF7D-486D-B443-87095314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8BD8B1FE-4B91-49AF-A8E9-52966E7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3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89A6469C-23DF-4F03-9621-4ED32FAD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7AF3F8EB-EF75-4ED6-8C60-D91C74D6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Analytics reveal trends across observations, incidents, and workflows.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F5E1D536-371D-4798-9CC2-12987385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85CBCEFA-AF30-495E-949B-E2E1F5C0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Reports package management-ready views and exports.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23695A85-0DB9-44CD-84E5-E7802964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DDB7D648-1AA6-4C2D-9547-00F5CF40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Billing and admin review pages support account health and governance.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02CDB2EA-C3C5-4300-9062-D8A95ACB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7540497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out-checklist">
            <a:extLst xmlns:a="http://schemas.openxmlformats.org/drawingml/2006/main">
              <a:ext uri="{FF2B5EF4-FFF2-40B4-BE49-F238E27FC236}">
                <a16:creationId xmlns:a16="http://schemas.microsoft.com/office/drawing/2014/main" id="{6E260CBA-A90C-459F-8F76-D7A97A6A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1C1C"/>
                </a:solidFill>
              </a:defRPr>
            </a:pPr>
            <a:r>
              <a:rPr sz="1875" b="1">
                <a:solidFill>
                  <a:srgbClr val="B91C1C"/>
                </a:solidFill>
              </a:rPr>
              <a:t>Closeout checklist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BCD34BB-29FE-4FCA-ADA7-6DF3F51E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164592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172A"/>
                </a:solidFill>
              </a:defRPr>
            </a:pPr>
            <a:r>
              <a:rPr sz="5100" b="1">
                <a:solidFill>
                  <a:srgbClr val="0F172A"/>
                </a:solidFill>
              </a:rPr>
              <a:t>Before the team leaves the training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66D843A2-864F-4E82-9E62-4D208FA2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4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CFB861F2-5779-4C18-855F-4A0459D0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-&gt;</a:t>
            </a:r>
          </a:p>
        </p:txBody>
      </p:sp>
      <p:sp>
        <p:nvSpPr>
          <p:cNvPr id="5" name="bullet-copy">
            <a:extLst xmlns:a="http://schemas.openxmlformats.org/drawingml/2006/main">
              <a:ext uri="{FF2B5EF4-FFF2-40B4-BE49-F238E27FC236}">
                <a16:creationId xmlns:a16="http://schemas.microsoft.com/office/drawing/2014/main" id="{6F37E6AA-5D3A-4751-B37C-7755A122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Command Center for weekly prevention planning.</a:t>
            </a:r>
          </a:p>
        </p:txBody>
      </p:sp>
      <p:sp>
        <p:nvSpPr>
          <p:cNvPr id="6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5FEF0CCD-82E5-4F01-B50A-C8D9C09D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-&gt;</a:t>
            </a:r>
          </a:p>
        </p:txBody>
      </p:sp>
      <p:sp>
        <p:nvSpPr>
          <p:cNvPr id="7" name="bullet-copy">
            <a:extLst xmlns:a="http://schemas.openxmlformats.org/drawingml/2006/main">
              <a:ext uri="{FF2B5EF4-FFF2-40B4-BE49-F238E27FC236}">
                <a16:creationId xmlns:a16="http://schemas.microsoft.com/office/drawing/2014/main" id="{2AE6B63C-5D5B-457F-919E-77E79479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Review AI outputs before using them in the field.</a:t>
            </a:r>
          </a:p>
        </p:txBody>
      </p:sp>
      <p:sp>
        <p:nvSpPr>
          <p:cNvPr id="8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B46F3E7D-8A51-4951-AEE0-2D3DCFF8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-&gt;</a:t>
            </a:r>
          </a:p>
        </p:txBody>
      </p:sp>
      <p:sp>
        <p:nvSpPr>
          <p:cNvPr id="9" name="bullet-copy">
            <a:extLst xmlns:a="http://schemas.openxmlformats.org/drawingml/2006/main">
              <a:ext uri="{FF2B5EF4-FFF2-40B4-BE49-F238E27FC236}">
                <a16:creationId xmlns:a16="http://schemas.microsoft.com/office/drawing/2014/main" id="{29661122-5261-48E7-AD16-732D07EE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862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reports for leadership communication and closeout.</a:t>
            </a:r>
          </a:p>
        </p:txBody>
      </p:sp>
      <p:sp>
        <p:nvSpPr>
          <p:cNvPr id="10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D2C3CC53-8893-4EC9-9E7F-2B6035BB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2382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34155"/>
                </a:solidFill>
              </a:defRPr>
            </a:pPr>
            <a:r>
              <a:rPr sz="2400" b="1">
                <a:solidFill>
                  <a:srgbClr val="334155"/>
                </a:solidFill>
              </a:rPr>
              <a:t>Next step: open Safety360Docs, repeat the workflow, and assign one owner for any cleanup found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715095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2026-05-01T15:28:50.1300000Z</dcterms:created>
  <dcterms:modified xsi:type="dcterms:W3CDTF">2026-05-01T15:28:50.1300000Z</dcterms:modified>
</coreProperties>
</file>