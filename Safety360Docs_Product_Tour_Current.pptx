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32520" y="105156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4" name="Image 1" descr="/sessions/beautiful-sleepy-franklin/mnt/outputs/deck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371600" cy="1371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9FB8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SAFETY360DOCS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40080" y="2697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platform, in action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40080" y="38404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live product — the launch-readiness dashboard, the AI prediction and prevention engine, and workforce readiness, straight from the platform.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Sladky, CSP</a:t>
            </a:r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Reliance EHS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79615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· Current build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01168" cy="20116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493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CENTER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launch readiness at a glance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context, an executive snapshot, connected records, and your go-live path — in one connected operating view.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254057" y="2212848"/>
            <a:ext cx="7683581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pic>
        <p:nvPicPr>
          <p:cNvPr id="8" name="Image 0" descr="/sessions/beautiful-sleepy-franklin/mnt/outputs/deckbuild/../gimg/new/lau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209" y="2286000"/>
            <a:ext cx="7537277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08921" y="19202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0" name="Text 7"/>
          <p:cNvSpPr/>
          <p:nvPr/>
        </p:nvSpPr>
        <p:spPr>
          <a:xfrm>
            <a:off x="2308921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01168" cy="201168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493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NAVIGATION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safety cockpit — one click away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the current workspace, predictive risk, the live risk gauge, and the next step that matters most.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74103" y="2212848"/>
            <a:ext cx="5643489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pic>
        <p:nvPicPr>
          <p:cNvPr id="8" name="Image 0" descr="/sessions/beautiful-sleepy-franklin/mnt/outputs/deckbuild/../gimg/new/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255" y="2286000"/>
            <a:ext cx="5497185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28967" y="19202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0" name="Text 7"/>
          <p:cNvSpPr/>
          <p:nvPr/>
        </p:nvSpPr>
        <p:spPr>
          <a:xfrm>
            <a:off x="3328967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109728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ENGINE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the risk —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act to prevent it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forecasts where injury risk is building over the next 30 days and hands your team the prioritized actions to stop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01168" cy="20116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493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 PREDICT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risk 30 days out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index, trend, and model confidence highlight where exposure is building — before it turns into an incident.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54164" y="2212848"/>
            <a:ext cx="9683368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pic>
        <p:nvPicPr>
          <p:cNvPr id="8" name="Image 0" descr="/sessions/beautiful-sleepy-franklin/mnt/outputs/deckbuild/../gimg/new/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316" y="2286000"/>
            <a:ext cx="9537064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09028" y="19202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0" name="Text 7"/>
          <p:cNvSpPr/>
          <p:nvPr/>
        </p:nvSpPr>
        <p:spPr>
          <a:xfrm>
            <a:off x="1309028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01168" cy="20116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493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 PREVENT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tells you what to fix first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actions — fall protection, housekeeping, electrical, training — each with a clear path to assign or resolve.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06191"/>
            <a:ext cx="11057839" cy="335437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pic>
        <p:nvPicPr>
          <p:cNvPr id="8" name="Image 0" descr="/sessions/beautiful-sleepy-franklin/mnt/outputs/deckbuild/../gimg/new/mit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79343"/>
            <a:ext cx="10911535" cy="320807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" y="2213583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221358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01168" cy="20116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493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&amp; PREVENTION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 incidents before they happen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readiness by status, prevention insights, and recommended next steps — all in one prevention hub.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907703" y="2212848"/>
            <a:ext cx="8376290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pic>
        <p:nvPicPr>
          <p:cNvPr id="8" name="Image 0" descr="/sessions/beautiful-sleepy-franklin/mnt/outputs/deckbuild/../gimg/new/prev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855" y="2286000"/>
            <a:ext cx="8229986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2567" y="19202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0" name="Text 7"/>
          <p:cNvSpPr/>
          <p:nvPr/>
        </p:nvSpPr>
        <p:spPr>
          <a:xfrm>
            <a:off x="1962567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01168" cy="201168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493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77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PERMITS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training and permit readiness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matrix and supplied-records view show who's ready, what's missing, and what expires before work starts.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18306" y="2212848"/>
            <a:ext cx="6955084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pic>
        <p:nvPicPr>
          <p:cNvPr id="8" name="Image 0" descr="/sessions/beautiful-sleepy-franklin/mnt/outputs/deckbuild/../gimg/new/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1458" y="2286000"/>
            <a:ext cx="6808780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73170" y="19202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0" name="Text 7"/>
          <p:cNvSpPr/>
          <p:nvPr/>
        </p:nvSpPr>
        <p:spPr>
          <a:xfrm>
            <a:off x="2673170" y="1920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time, cut admin cost, and lower risk before incidents happen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 replaces scattered manual work with one connected workflow for documents, observations, audits, readiness, and predictive visibility.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454298" cy="10972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7" name="Shape 5"/>
          <p:cNvSpPr/>
          <p:nvPr/>
        </p:nvSpPr>
        <p:spPr>
          <a:xfrm>
            <a:off x="1864309" y="2788920"/>
            <a:ext cx="1005840" cy="100584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828" y="305043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9776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saved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repetitive admin across documents, audits, follow-up, and readiness so your team focuses on the work that matters.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8698" y="237744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8698" y="2377440"/>
            <a:ext cx="3454298" cy="109728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13" name="Shape 10"/>
          <p:cNvSpPr/>
          <p:nvPr/>
        </p:nvSpPr>
        <p:spPr>
          <a:xfrm>
            <a:off x="5592928" y="2788920"/>
            <a:ext cx="1005840" cy="10058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3050438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68698" y="39776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saved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88738" y="4434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labor and admin burden, reduce inefficiencies, and scale with confidence — without adding headcount.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97317" y="237744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2377440"/>
            <a:ext cx="3454298" cy="10972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19" name="Shape 15"/>
          <p:cNvSpPr/>
          <p:nvPr/>
        </p:nvSpPr>
        <p:spPr>
          <a:xfrm>
            <a:off x="9321546" y="2788920"/>
            <a:ext cx="1005840" cy="100584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064" y="3050438"/>
            <a:ext cx="482803" cy="482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7317" y="39776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17357" y="4434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signals, earlier warnings, and preventive actions help teams act before incidents, not after.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4" name="Shape 19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25" name="Text 20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predictive tools and preventive measures to reduce risk while saving time across your operation.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TIERS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tiers designed to grow with your operation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core tools your team needs, then expand into compliance, document workflows, and predictive insights as your program matures.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2590724" cy="64008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140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basics organized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930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 &amp; permits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7705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observations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61104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inspections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45152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029200"/>
            <a:ext cx="146304" cy="14630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3413684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413684" y="2240280"/>
            <a:ext cx="2590724" cy="640080"/>
          </a:xfrm>
          <a:prstGeom prst="rect">
            <a:avLst/>
          </a:prstGeom>
          <a:solidFill>
            <a:srgbClr val="0E7C8B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852" y="2414016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80612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550" dirty="0"/>
          </a:p>
        </p:txBody>
      </p:sp>
      <p:sp>
        <p:nvSpPr>
          <p:cNvPr id="24" name="Text 15"/>
          <p:cNvSpPr/>
          <p:nvPr/>
        </p:nvSpPr>
        <p:spPr>
          <a:xfrm>
            <a:off x="3614852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compliance visibility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4852" y="3493008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825164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Essentials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4852" y="3877056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825164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4852" y="4261104"/>
            <a:ext cx="146304" cy="14630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825164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&amp; training tracking</a:t>
            </a:r>
            <a:endParaRPr lang="en-US" sz="10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4852" y="4645152"/>
            <a:ext cx="146304" cy="14630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825164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workflows</a:t>
            </a:r>
            <a:endParaRPr lang="en-US" sz="10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4852" y="5029200"/>
            <a:ext cx="146304" cy="14630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825164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visibility</a:t>
            </a:r>
            <a:endParaRPr lang="en-US" sz="1050" dirty="0"/>
          </a:p>
        </p:txBody>
      </p:sp>
      <p:sp>
        <p:nvSpPr>
          <p:cNvPr id="35" name="Shape 21"/>
          <p:cNvSpPr/>
          <p:nvPr/>
        </p:nvSpPr>
        <p:spPr>
          <a:xfrm>
            <a:off x="6187288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6" name="Shape 22"/>
          <p:cNvSpPr/>
          <p:nvPr/>
        </p:nvSpPr>
        <p:spPr>
          <a:xfrm>
            <a:off x="6187288" y="2240280"/>
            <a:ext cx="2590724" cy="640080"/>
          </a:xfrm>
          <a:prstGeom prst="rect">
            <a:avLst/>
          </a:prstGeom>
          <a:solidFill>
            <a:srgbClr val="13304F"/>
          </a:solidFill>
          <a:ln/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8456" y="2414016"/>
            <a:ext cx="292608" cy="29260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754216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1550" dirty="0"/>
          </a:p>
        </p:txBody>
      </p:sp>
      <p:sp>
        <p:nvSpPr>
          <p:cNvPr id="39" name="Text 24"/>
          <p:cNvSpPr/>
          <p:nvPr/>
        </p:nvSpPr>
        <p:spPr>
          <a:xfrm>
            <a:off x="6388456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Document-heavy operations</a:t>
            </a:r>
            <a:endParaRPr lang="en-US" sz="10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8456" y="3493008"/>
            <a:ext cx="146304" cy="146304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598768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0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8456" y="3877056"/>
            <a:ext cx="146304" cy="146304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598768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document builders</a:t>
            </a:r>
            <a:endParaRPr lang="en-US" sz="105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8456" y="4261104"/>
            <a:ext cx="146304" cy="146304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598768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CSEP / SSP workflows</a:t>
            </a:r>
            <a:endParaRPr lang="en-US" sz="105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8456" y="4645152"/>
            <a:ext cx="146304" cy="146304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598768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exports</a:t>
            </a:r>
            <a:endParaRPr lang="en-US" sz="105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8456" y="5029200"/>
            <a:ext cx="146304" cy="146304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598768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queue</a:t>
            </a:r>
            <a:endParaRPr lang="en-US" sz="1050" dirty="0"/>
          </a:p>
        </p:txBody>
      </p:sp>
      <p:sp>
        <p:nvSpPr>
          <p:cNvPr id="50" name="Shape 30"/>
          <p:cNvSpPr/>
          <p:nvPr/>
        </p:nvSpPr>
        <p:spPr>
          <a:xfrm>
            <a:off x="8960891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1" name="Shape 31"/>
          <p:cNvSpPr/>
          <p:nvPr/>
        </p:nvSpPr>
        <p:spPr>
          <a:xfrm>
            <a:off x="8960891" y="2240280"/>
            <a:ext cx="2590724" cy="640080"/>
          </a:xfrm>
          <a:prstGeom prst="rect">
            <a:avLst/>
          </a:prstGeom>
          <a:solidFill>
            <a:srgbClr val="C77F12"/>
          </a:solidFill>
          <a:ln/>
        </p:spPr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2059" y="2414016"/>
            <a:ext cx="292608" cy="292608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9527819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50" dirty="0"/>
          </a:p>
        </p:txBody>
      </p:sp>
      <p:sp>
        <p:nvSpPr>
          <p:cNvPr id="54" name="Text 33"/>
          <p:cNvSpPr/>
          <p:nvPr/>
        </p:nvSpPr>
        <p:spPr>
          <a:xfrm>
            <a:off x="9162059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scale &amp; AI insights</a:t>
            </a:r>
            <a:endParaRPr lang="en-US" sz="1050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2059" y="3493008"/>
            <a:ext cx="146304" cy="146304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9372371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Advanced</a:t>
            </a:r>
            <a:endParaRPr lang="en-US" sz="1050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2059" y="3877056"/>
            <a:ext cx="146304" cy="146304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9372371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injury-forecast model</a:t>
            </a:r>
            <a:endParaRPr lang="en-US" sz="1050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2059" y="4261104"/>
            <a:ext cx="146304" cy="146304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9372371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</a:t>
            </a:r>
            <a:endParaRPr lang="en-US" sz="1050" dirty="0"/>
          </a:p>
        </p:txBody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2059" y="4645152"/>
            <a:ext cx="146304" cy="146304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9372371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Multi-jobsite visibility</a:t>
            </a:r>
            <a:endParaRPr lang="en-US" sz="1050" dirty="0"/>
          </a:p>
        </p:txBody>
      </p:sp>
      <p:pic>
        <p:nvPicPr>
          <p:cNvPr id="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2059" y="5029200"/>
            <a:ext cx="146304" cy="146304"/>
          </a:xfrm>
          <a:prstGeom prst="rect">
            <a:avLst/>
          </a:prstGeom>
        </p:spPr>
      </p:pic>
      <p:sp>
        <p:nvSpPr>
          <p:cNvPr id="64" name="Text 38"/>
          <p:cNvSpPr/>
          <p:nvPr/>
        </p:nvSpPr>
        <p:spPr>
          <a:xfrm>
            <a:off x="9372371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&amp; support</a:t>
            </a:r>
            <a:endParaRPr lang="en-US" sz="1050" dirty="0"/>
          </a:p>
        </p:txBody>
      </p:sp>
      <p:sp>
        <p:nvSpPr>
          <p:cNvPr id="65" name="Shape 39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66" name="Shape 40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67" name="Text 41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fits today — and add capability as your team, jobsites, and data grow.</a:t>
            </a:r>
            <a:endParaRPr lang="en-US" sz="1250" dirty="0"/>
          </a:p>
        </p:txBody>
      </p:sp>
      <p:sp>
        <p:nvSpPr>
          <p:cNvPr id="68" name="Text 4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69" name="Text 4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small, prove value, then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63164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Scope a pilot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1–3 jobsites and the core modules your team needs first.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3018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14" y="263164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7418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Prove value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3018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workflows for a defined window and measure time saved and risk surfaced.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7317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1637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832" y="263164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6037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Scale with confidence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71637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modules, sites, and predictive insights as adoption grows.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10911535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5400000">
              <a:srgbClr val="1B2A3A">
                <a:alpha val="17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097280" y="463600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3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modernize safety with a cleaner, predictive operating model?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09728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Sladky, CSP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EHS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255" y="465429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20863" y="4581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(913) 857-2515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255" y="50200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20863" y="4946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stevenssladky1@gmail.com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528255" y="5422392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E7C8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295" y="554126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76895" y="5422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 follow-up call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Safety360Docs — Platform in Action</dc:title>
  <dc:subject>PptxGenJS Presentation</dc:subject>
  <dc:creator>Reliance EHS</dc:creator>
  <cp:lastModifiedBy>Reliance EHS</cp:lastModifiedBy>
  <cp:revision>1</cp:revision>
  <dcterms:created xsi:type="dcterms:W3CDTF">2026-06-05T01:51:24Z</dcterms:created>
  <dcterms:modified xsi:type="dcterms:W3CDTF">2026-06-05T01:51:24Z</dcterms:modified>
</cp:coreProperties>
</file>