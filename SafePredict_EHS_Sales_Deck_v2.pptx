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754880" cy="4754880"/>
          </a:xfrm>
          <a:prstGeom prst="ellipse">
            <a:avLst/>
          </a:prstGeom>
          <a:solidFill>
            <a:srgbClr val="243F6A"/>
          </a:solidFill>
          <a:ln w="12700">
            <a:solidFill>
              <a:srgbClr val="243F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383280"/>
            <a:ext cx="2743200" cy="2743200"/>
          </a:xfrm>
          <a:prstGeom prst="ellipse">
            <a:avLst/>
          </a:prstGeom>
          <a:solidFill>
            <a:srgbClr val="2A4878"/>
          </a:solidFill>
          <a:ln w="12700">
            <a:solidFill>
              <a:srgbClr val="2A48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53312"/>
            <a:ext cx="73152" cy="2148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9844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235915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EHS Intelligence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Construction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managing safety. Start predicting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365760"/>
            <a:ext cx="3566160" cy="2560320"/>
          </a:xfrm>
          <a:prstGeom prst="rect">
            <a:avLst/>
          </a:prstGeom>
          <a:solidFill>
            <a:srgbClr val="142A45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457200"/>
            <a:ext cx="3200400" cy="219456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pic>
        <p:nvPicPr>
          <p:cNvPr id="10" name="Image 0" descr="/sessions/laughing-optimistic-hawking/mnt/safety_docs_360/mockups/mockup_metrics_repor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457200"/>
            <a:ext cx="3200400" cy="21945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0" y="2926080"/>
            <a:ext cx="4114800" cy="128016"/>
          </a:xfrm>
          <a:prstGeom prst="rect">
            <a:avLst/>
          </a:prstGeom>
          <a:solidFill>
            <a:srgbClr val="142A45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3054096"/>
            <a:ext cx="283464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4773168"/>
            <a:ext cx="84124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AI-powered modules  |  One integrated safety platform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EHS Team Is Doing Too Much Manually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1609344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160934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11556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16733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235000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take hours.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inconsistent.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go unnoticed.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4251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83664" y="960120"/>
            <a:ext cx="1609344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83664" y="960120"/>
            <a:ext cx="160934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9736" y="111556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83664" y="16733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83664" y="235000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change constantly.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are only found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audits.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83664" y="4251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84448" y="960120"/>
            <a:ext cx="1609344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84448" y="960120"/>
            <a:ext cx="160934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111556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84448" y="16733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84448" y="235000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lapse.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fail.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grow silently.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84448" y="4251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85232" y="960120"/>
            <a:ext cx="1609344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85232" y="960120"/>
            <a:ext cx="160934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61304" y="111556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61304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16733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85232" y="235000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JSAs go stale.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updates take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every time.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85232" y="4251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86016" y="960120"/>
            <a:ext cx="1609344" cy="3794760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86016" y="960120"/>
            <a:ext cx="160934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62088" y="1115568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6208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86016" y="1673352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86016" y="2350008"/>
            <a:ext cx="16093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everywhere.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take days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compile manually.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86016" y="425196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 replaces manual processes with AI — across every one of these areas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Reporting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3474720" cy="416052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3474720" cy="420624"/>
          </a:xfrm>
          <a:prstGeom prst="rect">
            <a:avLst/>
          </a:prstGeom>
          <a:solidFill>
            <a:srgbClr val="FEF2E7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Time-consuming, inconsistent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spend 2-4 hours per incident report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forms and emails create data gaps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patterns or root causes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reports often go unsubmitted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868680"/>
            <a:ext cx="73152" cy="4160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5072" y="868680"/>
            <a:ext cx="4910328" cy="41605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5072" y="868680"/>
            <a:ext cx="491032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869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 IN ACTION</a:t>
            </a:r>
            <a:endParaRPr lang="en-US" sz="900" dirty="0"/>
          </a:p>
        </p:txBody>
      </p:sp>
      <p:pic>
        <p:nvPicPr>
          <p:cNvPr id="15" name="Image 0" descr="/sessions/laughing-optimistic-hawking/mnt/safety_docs_360/mockups/mockup_incident_repor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9936" y="1234440"/>
            <a:ext cx="4800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Tracking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3474720" cy="416052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3474720" cy="420624"/>
          </a:xfrm>
          <a:prstGeom prst="rect">
            <a:avLst/>
          </a:prstGeom>
          <a:solidFill>
            <a:srgbClr val="FEF2E7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 changes, hard to monitor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 and state regs update without warning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 found only during audits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tracking of which regs apply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exposure from missed requirements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868680"/>
            <a:ext cx="73152" cy="4160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5072" y="868680"/>
            <a:ext cx="4910328" cy="41605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5072" y="868680"/>
            <a:ext cx="491032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869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 IN ACTION</a:t>
            </a:r>
            <a:endParaRPr lang="en-US" sz="900" dirty="0"/>
          </a:p>
        </p:txBody>
      </p:sp>
      <p:pic>
        <p:nvPicPr>
          <p:cNvPr id="15" name="Image 0" descr="/sessions/laughing-optimistic-hawking/mnt/safety_docs_360/mockups/mockup_regulatory_trac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9936" y="1234440"/>
            <a:ext cx="4800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Management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3474720" cy="416052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3474720" cy="420624"/>
          </a:xfrm>
          <a:prstGeom prst="rect">
            <a:avLst/>
          </a:prstGeom>
          <a:solidFill>
            <a:srgbClr val="FEF2E7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tracking, expiration lapses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miss certification expiry dates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burden on already-stretched EHS staff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onboarding is inconsistent by site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team-wide compliance status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868680"/>
            <a:ext cx="73152" cy="4160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5072" y="868680"/>
            <a:ext cx="4910328" cy="41605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5072" y="868680"/>
            <a:ext cx="491032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869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 IN ACTION</a:t>
            </a:r>
            <a:endParaRPr lang="en-US" sz="900" dirty="0"/>
          </a:p>
        </p:txBody>
      </p:sp>
      <p:pic>
        <p:nvPicPr>
          <p:cNvPr id="15" name="Image 0" descr="/sessions/laughing-optimistic-hawking/mnt/safety_docs_360/mockups/mockup_training_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9936" y="1234440"/>
            <a:ext cx="4800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Assessments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3474720" cy="416052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3474720" cy="420624"/>
          </a:xfrm>
          <a:prstGeom prst="rect">
            <a:avLst/>
          </a:prstGeom>
          <a:solidFill>
            <a:srgbClr val="FEF2E7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Outdated JSAs, field time required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Safety Analyses go stale between projects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spend hours drafting new JSAs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ratings are subjective and inconsistent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data rebuilt from scratch every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868680"/>
            <a:ext cx="73152" cy="4160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5072" y="868680"/>
            <a:ext cx="4910328" cy="41605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5072" y="868680"/>
            <a:ext cx="491032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869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 IN ACTION</a:t>
            </a:r>
            <a:endParaRPr lang="en-US" sz="900" dirty="0"/>
          </a:p>
        </p:txBody>
      </p:sp>
      <p:pic>
        <p:nvPicPr>
          <p:cNvPr id="15" name="Image 0" descr="/sessions/laughing-optimistic-hawking/mnt/safety_docs_360/mockups/mockup_risk_assess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9936" y="1234440"/>
            <a:ext cx="4800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914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 Reporting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3474720" cy="4160520"/>
          </a:xfrm>
          <a:prstGeom prst="rect">
            <a:avLst/>
          </a:prstGeom>
          <a:solidFill>
            <a:srgbClr val="FFF7ED"/>
          </a:solidFill>
          <a:ln w="19050">
            <a:solidFill>
              <a:srgbClr val="FED7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68680"/>
            <a:ext cx="3474720" cy="420624"/>
          </a:xfrm>
          <a:prstGeom prst="rect">
            <a:avLst/>
          </a:prstGeom>
          <a:solidFill>
            <a:srgbClr val="FEF2E7"/>
          </a:solidFill>
          <a:ln w="1905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scattered, manual effort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data lives in spreadsheets and emails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take days to compile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has no real-time safety visibility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reporting is reactive and ad-hoc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868680"/>
            <a:ext cx="73152" cy="4160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05072" y="868680"/>
            <a:ext cx="4910328" cy="41605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5072" y="868680"/>
            <a:ext cx="4910328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88696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 IN ACTION</a:t>
            </a:r>
            <a:endParaRPr lang="en-US" sz="900" dirty="0"/>
          </a:p>
        </p:txBody>
      </p:sp>
      <p:pic>
        <p:nvPicPr>
          <p:cNvPr id="15" name="Image 0" descr="/sessions/laughing-optimistic-hawking/mnt/safety_docs_360/mockups/mockup_metrics_repor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9936" y="1234440"/>
            <a:ext cx="4800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Impact of AI-Driven Safety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incident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first 6 months of deployment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651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14400"/>
            <a:ext cx="2651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4612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regulatory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manual review processes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914400"/>
            <a:ext cx="265176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914400"/>
            <a:ext cx="26517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08076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compliance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achieved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industry average of 71%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"Zero regulatory fines in 18 months"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297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EHS Director, Tier-1 GC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377440" y="297180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"Cut JSA creation from 3 hours to 8 minutes"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4297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Safety Manager, 500-person crew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297180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297180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"Board-ready ESG reports in one click"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4297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VP of Operations, Industrial GC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297180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83680" y="297180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"Passed OSHA audit with zero citations"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4297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EHS Manager, Infrastructure project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early adopter customers — individual outcomes may vary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at a Glance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157276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" y="1115568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8288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114800"/>
            <a:ext cx="1298448" cy="29260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1148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92808" y="96012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92808" y="960120"/>
            <a:ext cx="15727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82012" y="1115568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82012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92808" y="18288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92808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Reg-change alerts,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29968" y="4114800"/>
            <a:ext cx="1298448" cy="292608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9968" y="41148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57016" y="96012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57016" y="960120"/>
            <a:ext cx="157276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46220" y="1115568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6220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57016" y="18288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57016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alerts,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94176" y="4114800"/>
            <a:ext cx="1298448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4176" y="41148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21224" y="96012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21224" y="960120"/>
            <a:ext cx="1572768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0428" y="1115568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0428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21224" y="18288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21224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templates,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58384" y="4114800"/>
            <a:ext cx="1298448" cy="292608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58384" y="41148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85432" y="960120"/>
            <a:ext cx="15727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85432" y="960120"/>
            <a:ext cx="1572768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4636" y="1115568"/>
            <a:ext cx="594360" cy="5943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74636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85432" y="18288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85432" y="251460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Auto-dashboards,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summaries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022592" y="4114800"/>
            <a:ext cx="1298448" cy="292608"/>
          </a:xfrm>
          <a:prstGeom prst="rect">
            <a:avLst/>
          </a:prstGeom>
          <a:solidFill>
            <a:srgbClr val="15803D">
              <a:alpha val="12000"/>
            </a:srgbClr>
          </a:solidFill>
          <a:ln w="12700">
            <a:solidFill>
              <a:srgbClr val="15803D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22592" y="411480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are integrated — data flows across your entire safety program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EHS Teams Choose SafePredict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09728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EHS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542032"/>
            <a:ext cx="2103120" cy="29260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42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generic compliance tool adapted for safety — SafePredict is designed ground-up for construction EHS workflows, terminology, and regulatory requirements.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how field crews and EHS managers actually work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for OSHA, EPA, and state-level construction regs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and risk libraries tuned for construction hazards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265176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96012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09728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5468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Learns Your Site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29000" y="2542032"/>
            <a:ext cx="2103120" cy="292608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542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926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learns from your incident history, your trades, and your sites — getting smarter and more accurate over time without manual tuning.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767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 personalized to your specific operation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improves with every assessment completed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 based on your actual workforce and sites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960120"/>
            <a:ext cx="2651760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960120"/>
            <a:ext cx="2651760" cy="640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1097280"/>
            <a:ext cx="640080" cy="64008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989320" y="1874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Compliance-Ready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2542032"/>
            <a:ext cx="2103120" cy="292608"/>
          </a:xfrm>
          <a:prstGeom prst="rect">
            <a:avLst/>
          </a:prstGeom>
          <a:solidFill>
            <a:srgbClr val="15803D">
              <a:alpha val="15000"/>
            </a:srgbClr>
          </a:solidFill>
          <a:ln w="12700">
            <a:solidFill>
              <a:srgbClr val="15803D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542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Audit-Proof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2926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creates an automated audit trail. Generate compliance reports, OSHA 300 logs, and ESG summaries in one click — any time, without manual prep.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76732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digital documentation of all safety activities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OSHA 300/301 log generation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ESG-ready reporting for board and investor review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to Deploy. Easy to Use.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468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24688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3060" y="114300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30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1–2: Connect &amp; Configure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5915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existing safety data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site and crew settings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regulations to your operations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45536" y="1389888"/>
            <a:ext cx="246888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801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005840"/>
            <a:ext cx="2468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005840"/>
            <a:ext cx="24688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1980" y="114300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19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3–4: Train &amp; Pilot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35915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training (2 hours)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crew mobile onboarding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first active site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34456" y="1389888"/>
            <a:ext cx="246888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28016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468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24688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0900" y="114300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09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1755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2+: Full Deployment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235915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all 5 modules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operational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success manager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Your Existing Stack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71600" y="3602736"/>
            <a:ext cx="6400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3730752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7307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68880" y="3730752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7307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31920" y="3730752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37307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BambooHR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94960" y="3730752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37307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0" y="3730752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7307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Autodesk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18888"/>
            <a:ext cx="84124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are fully operational within 6 weeks — with zero disruption to active projects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754880" cy="4754880"/>
          </a:xfrm>
          <a:prstGeom prst="ellipse">
            <a:avLst/>
          </a:prstGeom>
          <a:solidFill>
            <a:srgbClr val="243F6A"/>
          </a:solidFill>
          <a:ln w="12700">
            <a:solidFill>
              <a:srgbClr val="243F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383280"/>
            <a:ext cx="2743200" cy="2743200"/>
          </a:xfrm>
          <a:prstGeom prst="ellipse">
            <a:avLst/>
          </a:prstGeom>
          <a:solidFill>
            <a:srgbClr val="2A4878"/>
          </a:solidFill>
          <a:ln w="12700">
            <a:solidFill>
              <a:srgbClr val="2A48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EHS Program?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how to get started: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20116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live platform demo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your EHS program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7889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free 30-day pilot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site or project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35661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across your organization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onboarding support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41148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safepredict.ai  |  hello@safepredict.ai  |  1-800-SAFE-PRD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828800"/>
            <a:ext cx="2743200" cy="2560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0116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"SafePredict cut our incident reporting time by 70% in the first month."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0760" y="3383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EHS Director,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General Contractor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SafePredict  |  Built for Construction. Powered by AI. Ready for Your Team.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2026-06-05T01:57:49Z</dcterms:created>
  <dcterms:modified xsi:type="dcterms:W3CDTF">2026-06-05T01:57:49Z</dcterms:modified>
</cp:coreProperties>
</file>