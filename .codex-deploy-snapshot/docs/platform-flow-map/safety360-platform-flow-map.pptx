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5603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Safety360 Platform Process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7223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operating loop across access, setup, field execution, documents, AI, analytics, and admin controls</a:t>
            </a:r>
            <a:endParaRPr lang="en-US" sz="940" dirty="0"/>
          </a:p>
        </p:txBody>
      </p:sp>
      <p:sp>
        <p:nvSpPr>
          <p:cNvPr id="4" name="Text 2"/>
          <p:cNvSpPr/>
          <p:nvPr/>
        </p:nvSpPr>
        <p:spPr>
          <a:xfrm>
            <a:off x="6446520" y="3931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hub. Work happens in modules. Data comes back as risk, recommendations, and review queues.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586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+ SCOPE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743200" y="112471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16586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HUB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617720" y="1124712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6586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MODULES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452360" y="1124712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6586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9902952" y="112471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116586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+ OVERSIGHT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E7F5F2"/>
          </a:solidFill>
          <a:ln w="14605">
            <a:solidFill>
              <a:srgbClr val="9ACF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572768"/>
            <a:ext cx="68580" cy="8595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1673352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In + Tenant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21792" y="195681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workspace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permissions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 scope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EEF3F4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43200"/>
            <a:ext cx="68580" cy="859536"/>
          </a:xfrm>
          <a:prstGeom prst="rect">
            <a:avLst/>
          </a:prstGeom>
          <a:solidFill>
            <a:srgbClr val="52616D"/>
          </a:solidFill>
          <a:ln w="12700">
            <a:solidFill>
              <a:srgbClr val="52616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284378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21792" y="312724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+ access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578608" y="1965960"/>
            <a:ext cx="1737360" cy="1042416"/>
          </a:xfrm>
          <a:prstGeom prst="roundRect">
            <a:avLst>
              <a:gd name="adj" fmla="val 7018"/>
            </a:avLst>
          </a:prstGeom>
          <a:solidFill>
            <a:srgbClr val="EAF1FF"/>
          </a:solidFill>
          <a:ln w="14605">
            <a:solidFill>
              <a:srgbClr val="A9BD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1965960"/>
            <a:ext cx="68580" cy="10424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066544"/>
            <a:ext cx="14447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 Command Center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2743200" y="2350008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work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view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knowledge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645152" y="1591056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EAF6EA"/>
          </a:solidFill>
          <a:ln w="14605">
            <a:solidFill>
              <a:srgbClr val="AFD6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591056"/>
            <a:ext cx="685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691640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+ Jobsites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4809744" y="1975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Jobsite overview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JSA / permits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issues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view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645152" y="2743200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2743200"/>
            <a:ext cx="6858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843784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4809744" y="3127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/ upload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+ search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builders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previews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4645152" y="3895344"/>
            <a:ext cx="1883664" cy="841248"/>
          </a:xfrm>
          <a:prstGeom prst="roundRect">
            <a:avLst>
              <a:gd name="adj" fmla="val 8696"/>
            </a:avLst>
          </a:prstGeom>
          <a:solidFill>
            <a:srgbClr val="FFF5DD"/>
          </a:solidFill>
          <a:ln w="14605">
            <a:solidFill>
              <a:srgbClr val="E4C57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3895344"/>
            <a:ext cx="68580" cy="8412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995928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+ Training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4809744" y="4279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Intelligence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Inductions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forms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matrix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 compliance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7315200" y="1874520"/>
            <a:ext cx="1993392" cy="1152144"/>
          </a:xfrm>
          <a:prstGeom prst="roundRect">
            <a:avLst>
              <a:gd name="adj" fmla="val 6349"/>
            </a:avLst>
          </a:prstGeom>
          <a:solidFill>
            <a:srgbClr val="F0EDFF"/>
          </a:solidFill>
          <a:ln w="14605">
            <a:solidFill>
              <a:srgbClr val="B9AF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1874520"/>
            <a:ext cx="68580" cy="1152144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1504" y="1975104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5B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AI Layer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7479792" y="2258568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+ RLS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conflicts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Memory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risk model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 logging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315200" y="3712464"/>
            <a:ext cx="1993392" cy="877824"/>
          </a:xfrm>
          <a:prstGeom prst="roundRect">
            <a:avLst>
              <a:gd name="adj" fmla="val 8333"/>
            </a:avLst>
          </a:prstGeom>
          <a:solidFill>
            <a:srgbClr val="EAF1FF"/>
          </a:solidFill>
          <a:ln w="14605">
            <a:solidFill>
              <a:srgbClr val="A9BD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3712464"/>
            <a:ext cx="68580" cy="8778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61504" y="3813048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+ Reports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7479792" y="409651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analytics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activity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snapshots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9948672" y="1572768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4605">
            <a:solidFill>
              <a:srgbClr val="E9ACA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48672" y="1572768"/>
            <a:ext cx="68580" cy="9144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94976" y="1673352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Review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10113264" y="19568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queue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admin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/ users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admin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9948672" y="2798064"/>
            <a:ext cx="179222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5">
            <a:solidFill>
              <a:srgbClr val="CBD7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48672" y="2798064"/>
            <a:ext cx="68580" cy="91440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94976" y="289864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 Ops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10113264" y="31821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 operations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validation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health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CSEP completeness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 standards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9948672" y="4041648"/>
            <a:ext cx="1792224" cy="841248"/>
          </a:xfrm>
          <a:prstGeom prst="roundRect">
            <a:avLst>
              <a:gd name="adj" fmla="val 8696"/>
            </a:avLst>
          </a:prstGeom>
          <a:solidFill>
            <a:srgbClr val="EAF6EA"/>
          </a:solidFill>
          <a:ln w="14605">
            <a:solidFill>
              <a:srgbClr val="AFD6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48672" y="4041648"/>
            <a:ext cx="68580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94976" y="4142232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Action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10113264" y="4425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work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findings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controls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hub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loop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2194560" y="2002536"/>
            <a:ext cx="384048" cy="30175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194560" y="3172968"/>
            <a:ext cx="384048" cy="-548640"/>
          </a:xfrm>
          <a:prstGeom prst="line">
            <a:avLst/>
          </a:prstGeom>
          <a:noFill/>
          <a:ln w="15240">
            <a:solidFill>
              <a:srgbClr val="9AA9B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315968" y="2240280"/>
            <a:ext cx="329184" cy="-22860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315968" y="2487168"/>
            <a:ext cx="329184" cy="603504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315968" y="2724912"/>
            <a:ext cx="329184" cy="1536192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528816" y="2011680"/>
            <a:ext cx="786384" cy="256032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528816" y="3090672"/>
            <a:ext cx="786384" cy="-621792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528816" y="4261104"/>
            <a:ext cx="786384" cy="-1591056"/>
          </a:xfrm>
          <a:prstGeom prst="line">
            <a:avLst/>
          </a:prstGeom>
          <a:noFill/>
          <a:ln w="1524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308592" y="2267712"/>
            <a:ext cx="640080" cy="-274320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308592" y="2560320"/>
            <a:ext cx="640080" cy="694944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308592" y="4160520"/>
            <a:ext cx="640080" cy="301752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59536" y="2432304"/>
            <a:ext cx="0" cy="310896"/>
          </a:xfrm>
          <a:prstGeom prst="line">
            <a:avLst/>
          </a:prstGeom>
          <a:noFill/>
          <a:ln w="13335">
            <a:solidFill>
              <a:srgbClr val="9AA9B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21040" y="3026664"/>
            <a:ext cx="0" cy="685800"/>
          </a:xfrm>
          <a:prstGeom prst="line">
            <a:avLst/>
          </a:prstGeom>
          <a:noFill/>
          <a:ln w="15240">
            <a:solidFill>
              <a:srgbClr val="5B4B8A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0844784" y="4882896"/>
            <a:ext cx="0" cy="347472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844784" y="5230368"/>
            <a:ext cx="-7388352" cy="0"/>
          </a:xfrm>
          <a:prstGeom prst="line">
            <a:avLst/>
          </a:prstGeom>
          <a:noFill/>
          <a:ln w="12700">
            <a:solidFill>
              <a:srgbClr val="9AA9B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56432" y="5230368"/>
            <a:ext cx="0" cy="-2221992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502920" y="5650992"/>
            <a:ext cx="112288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CBD7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" y="5779008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26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boundary: all company and jobsite data passes through route-handler scope checks, Supabase RLS, storage policy, and role permissions.</a:t>
            </a:r>
            <a:endParaRPr lang="en-US" sz="810" dirty="0"/>
          </a:p>
        </p:txBody>
      </p:sp>
      <p:sp>
        <p:nvSpPr>
          <p:cNvPr id="77" name="Text 75"/>
          <p:cNvSpPr/>
          <p:nvPr/>
        </p:nvSpPr>
        <p:spPr>
          <a:xfrm>
            <a:off x="502920" y="6437376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README, docs/route-structure.md, docs/command-center.md, app navigation, Safety Intelligence workflow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738360" y="6437376"/>
            <a:ext cx="1993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map - May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Safety360docs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 Platform Flow Map</dc:title>
  <dc:subject>Current platform process flow</dc:subject>
  <dc:creator>Safety360docs</dc:creator>
  <cp:lastModifiedBy>Safety360docs</cp:lastModifiedBy>
  <cp:revision>1</cp:revision>
  <dcterms:created xsi:type="dcterms:W3CDTF">2026-05-08T04:03:02Z</dcterms:created>
  <dcterms:modified xsi:type="dcterms:W3CDTF">2026-05-08T04:03:02Z</dcterms:modified>
</cp:coreProperties>
</file>