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45a0d4b77b4f39" /><Relationship Type="http://schemas.openxmlformats.org/officeDocument/2006/relationships/extended-properties" Target="/docProps/app.xml" Id="R17439707999b4c00" /><Relationship Type="http://schemas.openxmlformats.org/officeDocument/2006/relationships/officeDocument" Target="/ppt/presentation.xml" Id="Rb55095cb225d41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aef1748b604e75"/>
  </p:sldMasterIdLst>
  <p:notesMasterIdLst>
    <p:notesMasterId xmlns:r="http://schemas.openxmlformats.org/officeDocument/2006/relationships" r:id="R5b61324c73f24ad8"/>
  </p:notesMasterIdLst>
  <p:sldIdLst>
    <p:sldId xmlns:r="http://schemas.openxmlformats.org/officeDocument/2006/relationships" id="256" r:id="R346c47ca4b0c4872"/>
    <p:sldId xmlns:r="http://schemas.openxmlformats.org/officeDocument/2006/relationships" id="257" r:id="R5f7ddd3c05614d09"/>
    <p:sldId xmlns:r="http://schemas.openxmlformats.org/officeDocument/2006/relationships" id="258" r:id="R3dd72d99af9f4cb0"/>
    <p:sldId xmlns:r="http://schemas.openxmlformats.org/officeDocument/2006/relationships" id="259" r:id="Rcc2b7fae3e124068"/>
    <p:sldId xmlns:r="http://schemas.openxmlformats.org/officeDocument/2006/relationships" id="260" r:id="Redbc16567cb448ae"/>
    <p:sldId xmlns:r="http://schemas.openxmlformats.org/officeDocument/2006/relationships" id="261" r:id="R2bea404f102e4b74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aef1748b604e75" /><Relationship Type="http://schemas.openxmlformats.org/officeDocument/2006/relationships/theme" Target="/ppt/theme/theme1.xml" Id="R917fab2477a94454" /><Relationship Type="http://schemas.openxmlformats.org/officeDocument/2006/relationships/notesMaster" Target="/ppt/notesMasters/notesMaster1.xml" Id="R5b61324c73f24ad8" /><Relationship Type="http://schemas.openxmlformats.org/officeDocument/2006/relationships/presProps" Target="/ppt/presProps.xml" Id="R9bd7c198e19b4064" /><Relationship Type="http://schemas.openxmlformats.org/officeDocument/2006/relationships/viewProps" Target="/ppt/viewProps.xml" Id="Rfbdc34e98a3641e5" /><Relationship Type="http://schemas.openxmlformats.org/officeDocument/2006/relationships/tableStyles" Target="/ppt/tableStyles.xml" Id="Refb975bda45a4034" /><Relationship Type="http://schemas.openxmlformats.org/officeDocument/2006/relationships/slide" Target="/ppt/slides/slide1.xml" Id="R346c47ca4b0c4872" /><Relationship Type="http://schemas.openxmlformats.org/officeDocument/2006/relationships/slide" Target="/ppt/slides/slide2.xml" Id="R5f7ddd3c05614d09" /><Relationship Type="http://schemas.openxmlformats.org/officeDocument/2006/relationships/slide" Target="/ppt/slides/slide3.xml" Id="R3dd72d99af9f4cb0" /><Relationship Type="http://schemas.openxmlformats.org/officeDocument/2006/relationships/slide" Target="/ppt/slides/slide4.xml" Id="Rcc2b7fae3e124068" /><Relationship Type="http://schemas.openxmlformats.org/officeDocument/2006/relationships/slide" Target="/ppt/slides/slide5.xml" Id="Redbc16567cb448ae" /><Relationship Type="http://schemas.openxmlformats.org/officeDocument/2006/relationships/slide" Target="/ppt/slides/slide6.xml" Id="R2bea404f102e4b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b051dde9f0c40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9133c68bdd42cb" /><Relationship Type="http://schemas.openxmlformats.org/officeDocument/2006/relationships/notesMaster" Target="/ppt/notesMasters/notesMaster1.xml" Id="R7b829acad9c948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10c44a5e4e4e6f" /><Relationship Type="http://schemas.openxmlformats.org/officeDocument/2006/relationships/notesMaster" Target="/ppt/notesMasters/notesMaster1.xml" Id="R9b410a598b104c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f47ff7d47c433f" /><Relationship Type="http://schemas.openxmlformats.org/officeDocument/2006/relationships/notesMaster" Target="/ppt/notesMasters/notesMaster1.xml" Id="Re2816fe309e749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a6c52bed244e8c" /><Relationship Type="http://schemas.openxmlformats.org/officeDocument/2006/relationships/notesMaster" Target="/ppt/notesMasters/notesMaster1.xml" Id="R5085097cda4d48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9461ba78bb4e3e" /><Relationship Type="http://schemas.openxmlformats.org/officeDocument/2006/relationships/notesMaster" Target="/ppt/notesMasters/notesMaster1.xml" Id="R98aef28d90004b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b88cbc0b1a43c1" /><Relationship Type="http://schemas.openxmlformats.org/officeDocument/2006/relationships/notesMaster" Target="/ppt/notesMasters/notesMaster1.xml" Id="R1937ca1098d64a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fc1550aaf4b0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a1df389d05b4272" /><Relationship Type="http://schemas.openxmlformats.org/officeDocument/2006/relationships/slideLayout" Target="/ppt/slideLayouts/slideLayout2.xml" Id="R12ad07473aef40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ad07473aef40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90959a347c4641" /><Relationship Type="http://schemas.openxmlformats.org/officeDocument/2006/relationships/notesSlide" Target="/ppt/notesSlides/notesSlide1.xml" Id="R000ff1f172274a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32c7724ef94f65" /><Relationship Type="http://schemas.openxmlformats.org/officeDocument/2006/relationships/notesSlide" Target="/ppt/notesSlides/notesSlide2.xml" Id="Rccab7e60b38843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1976c54e504d1b" /><Relationship Type="http://schemas.openxmlformats.org/officeDocument/2006/relationships/notesSlide" Target="/ppt/notesSlides/notesSlide3.xml" Id="Rae249554bf4741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6afb84df2846a8" /><Relationship Type="http://schemas.openxmlformats.org/officeDocument/2006/relationships/notesSlide" Target="/ppt/notesSlides/notesSlide4.xml" Id="Rcc480586ccc648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55de7897984353" /><Relationship Type="http://schemas.openxmlformats.org/officeDocument/2006/relationships/notesSlide" Target="/ppt/notesSlides/notesSlide5.xml" Id="R816a2fc44a5d41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f201775ad944a5" /><Relationship Type="http://schemas.openxmlformats.org/officeDocument/2006/relationships/notesSlide" Target="/ppt/notesSlides/notesSlide6.xml" Id="R5c64a92361b5483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FEF18CD-FAA3-49E1-A875-A27BC954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Safety360Docs Platform Training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1440723-9F6E-42DF-974C-28F0D2E2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7800"/>
            <a:ext cx="85153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F172A"/>
                </a:solidFill>
              </a:defRPr>
            </a:pPr>
            <a:r>
              <a:rPr sz="5700" b="1">
                <a:solidFill>
                  <a:srgbClr val="0F172A"/>
                </a:solidFill>
              </a:rPr>
              <a:t>Getting Started With Safety360Docs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BDF97689-E027-4E4F-BD94-280BD614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37A4F0F-AF6D-41FC-960D-BE86E9BB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7086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334155"/>
                </a:solidFill>
              </a:defRPr>
            </a:pPr>
            <a:r>
              <a:rPr sz="2475">
                <a:solidFill>
                  <a:srgbClr val="334155"/>
                </a:solidFill>
              </a:rPr>
              <a:t>Login, profile, dashboard, search, and navigation basics.</a:t>
            </a:r>
          </a:p>
        </p:txBody>
      </p:sp>
      <p:sp>
        <p:nvSpPr>
          <p:cNvPr id="5" name="audience-all-users">
            <a:extLst xmlns:a="http://schemas.openxmlformats.org/drawingml/2006/main">
              <a:ext uri="{FF2B5EF4-FFF2-40B4-BE49-F238E27FC236}">
                <a16:creationId xmlns:a16="http://schemas.microsoft.com/office/drawing/2014/main" id="{1AA8B8C0-E13A-4902-9666-C9C19C32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47800"/>
            <a:ext cx="7258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Audience: All users</a:t>
            </a:r>
          </a:p>
        </p:txBody>
      </p:sp>
      <p:sp>
        <p:nvSpPr>
          <p:cNvPr id="6" name="module-1">
            <a:extLst xmlns:a="http://schemas.openxmlformats.org/drawingml/2006/main">
              <a:ext uri="{FF2B5EF4-FFF2-40B4-BE49-F238E27FC236}">
                <a16:creationId xmlns:a16="http://schemas.microsoft.com/office/drawing/2014/main" id="{F66C67E1-4BD7-47ED-A6A4-E862405A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0025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1. Login</a:t>
            </a:r>
          </a:p>
        </p:txBody>
      </p:sp>
      <p:sp>
        <p:nvSpPr>
          <p:cNvPr id="7" name="module-2">
            <a:extLst xmlns:a="http://schemas.openxmlformats.org/drawingml/2006/main">
              <a:ext uri="{FF2B5EF4-FFF2-40B4-BE49-F238E27FC236}">
                <a16:creationId xmlns:a16="http://schemas.microsoft.com/office/drawing/2014/main" id="{F6E39132-6787-449C-83DD-0B84BAE6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0985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2. Profile</a:t>
            </a:r>
          </a:p>
        </p:txBody>
      </p:sp>
      <p:sp>
        <p:nvSpPr>
          <p:cNvPr id="8" name="module-3">
            <a:extLst xmlns:a="http://schemas.openxmlformats.org/drawingml/2006/main">
              <a:ext uri="{FF2B5EF4-FFF2-40B4-BE49-F238E27FC236}">
                <a16:creationId xmlns:a16="http://schemas.microsoft.com/office/drawing/2014/main" id="{661A008C-60A8-4BDF-88EA-BA9BD766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0040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3. Dashboard</a:t>
            </a:r>
          </a:p>
        </p:txBody>
      </p:sp>
      <p:sp>
        <p:nvSpPr>
          <p:cNvPr id="9" name="module-4">
            <a:extLst xmlns:a="http://schemas.openxmlformats.org/drawingml/2006/main">
              <a:ext uri="{FF2B5EF4-FFF2-40B4-BE49-F238E27FC236}">
                <a16:creationId xmlns:a16="http://schemas.microsoft.com/office/drawing/2014/main" id="{B4E5A5B4-2EAC-453B-87B0-34B40867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1000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4. Search</a:t>
            </a:r>
          </a:p>
        </p:txBody>
      </p:sp>
      <p:sp>
        <p:nvSpPr>
          <p:cNvPr id="10" name="module-5">
            <a:extLst xmlns:a="http://schemas.openxmlformats.org/drawingml/2006/main">
              <a:ext uri="{FF2B5EF4-FFF2-40B4-BE49-F238E27FC236}">
                <a16:creationId xmlns:a16="http://schemas.microsoft.com/office/drawing/2014/main" id="{A3B24A27-5BB1-4368-905A-407E5145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0055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5. Navigation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9F513FF1-ACDD-4051-8C7B-4CAB1DEA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0"/>
            <a:ext cx="16459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Editable PowerPoint deck | Built for live walkthroughs and onboarding.</a:t>
            </a:r>
          </a:p>
        </p:txBody>
      </p:sp>
    </p:spTree>
    <p:extLst>
      <p:ext uri="{BB962C8B-B14F-4D97-AF65-F5344CB8AC3E}">
        <p14:creationId xmlns:p14="http://schemas.microsoft.com/office/powerpoint/2010/main" val="16722030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hat-this-module-teaches">
            <a:extLst xmlns:a="http://schemas.openxmlformats.org/drawingml/2006/main">
              <a:ext uri="{FF2B5EF4-FFF2-40B4-BE49-F238E27FC236}">
                <a16:creationId xmlns:a16="http://schemas.microsoft.com/office/drawing/2014/main" id="{E6C8B7AE-621A-4418-9074-03DDE375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What this module teaches</a:t>
            </a:r>
          </a:p>
        </p:txBody>
      </p:sp>
      <p:sp>
        <p:nvSpPr>
          <p:cNvPr id="2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39302A07-0FFE-4CFD-BD22-7E4F0413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16459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Getting Started With Safety360Docs</a:t>
            </a:r>
          </a:p>
        </p:txBody>
      </p:sp>
      <p:sp>
        <p:nvSpPr>
          <p:cNvPr id="3" name="agenda-rule">
            <a:extLst xmlns:a="http://schemas.openxmlformats.org/drawingml/2006/main">
              <a:ext uri="{FF2B5EF4-FFF2-40B4-BE49-F238E27FC236}">
                <a16:creationId xmlns:a16="http://schemas.microsoft.com/office/drawing/2014/main" id="{DB3CAEE7-6A45-439D-9290-080DC690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06EB2F07-0606-47F7-9CB0-26E71852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5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77010156-B328-446E-8352-8D35E8DC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Login</a:t>
            </a:r>
          </a:p>
        </p:txBody>
      </p:sp>
      <p:sp>
        <p:nvSpPr>
          <p:cNvPr id="6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BCB70391-65CA-430C-A74C-1B4A9D82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1A79B124-9E73-4108-B63F-DCA4F3C0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8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AD022BFF-8467-4FCD-87BF-0A6F9F63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433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Profile</a:t>
            </a:r>
          </a:p>
        </p:txBody>
      </p:sp>
      <p:sp>
        <p:nvSpPr>
          <p:cNvPr id="9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1CA04C13-2C25-4F97-A622-8FB7FFCF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576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BD74F72B-9CE2-4091-93C6-231FA85B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575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1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B19FE5C4-9325-4150-A350-07E60975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5433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Dashboard</a:t>
            </a:r>
          </a:p>
        </p:txBody>
      </p:sp>
      <p:sp>
        <p:nvSpPr>
          <p:cNvPr id="12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A1593392-D179-4DB4-9247-667CD568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0576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3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A8497A49-294E-4DA7-9254-E914AE98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8175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4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C88530AD-DDE2-421A-8A03-190D40EE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Search</a:t>
            </a:r>
          </a:p>
        </p:txBody>
      </p:sp>
      <p:sp>
        <p:nvSpPr>
          <p:cNvPr id="15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30D4AA8F-4746-44CC-BF5B-A5379BB8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8190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29EF969D-5F1D-4C05-8BCD-4C6F9E7A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38175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17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BB0AC290-AA4B-491B-8E55-C3EE2330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0485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Navigation</a:t>
            </a:r>
          </a:p>
        </p:txBody>
      </p:sp>
      <p:sp>
        <p:nvSpPr>
          <p:cNvPr id="18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F08F8A2F-4FF5-49ED-AB4E-48BAE0E7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58190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61752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kicker">
            <a:extLst xmlns:a="http://schemas.openxmlformats.org/drawingml/2006/main">
              <a:ext uri="{FF2B5EF4-FFF2-40B4-BE49-F238E27FC236}">
                <a16:creationId xmlns:a16="http://schemas.microsoft.com/office/drawing/2014/main" id="{010E78FA-DD0A-4473-ABCC-8FA9579D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First 10 minutes</a:t>
            </a:r>
          </a:p>
        </p:txBody>
      </p:sp>
      <p:sp>
        <p:nvSpPr>
          <p:cNvPr id="2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4DE855CE-6A00-48F9-BE24-5827B7D2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63246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Start from a clean account state</a:t>
            </a:r>
          </a:p>
        </p:txBody>
      </p:sp>
      <p:sp>
        <p:nvSpPr>
          <p:cNvPr id="3" name="content-rule">
            <a:extLst xmlns:a="http://schemas.openxmlformats.org/drawingml/2006/main">
              <a:ext uri="{FF2B5EF4-FFF2-40B4-BE49-F238E27FC236}">
                <a16:creationId xmlns:a16="http://schemas.microsoft.com/office/drawing/2014/main" id="{3747EEF0-3462-4ABB-9D76-A5389D3F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content-progress">
            <a:extLst xmlns:a="http://schemas.openxmlformats.org/drawingml/2006/main">
              <a:ext uri="{FF2B5EF4-FFF2-40B4-BE49-F238E27FC236}">
                <a16:creationId xmlns:a16="http://schemas.microsoft.com/office/drawing/2014/main" id="{128747D7-F701-4DC6-B8CC-3B3C1F77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32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Module 1 of 3</a:t>
            </a:r>
          </a:p>
        </p:txBody>
      </p:sp>
      <p:sp>
        <p:nvSpPr>
          <p:cNvPr id="5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C8B34A6A-BF12-45C7-8AB4-15E47131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6" name="bullet-copy">
            <a:extLst xmlns:a="http://schemas.openxmlformats.org/drawingml/2006/main">
              <a:ext uri="{FF2B5EF4-FFF2-40B4-BE49-F238E27FC236}">
                <a16:creationId xmlns:a16="http://schemas.microsoft.com/office/drawing/2014/main" id="{324FB4A6-E9E0-4EB7-99D7-59E5EDAE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Sign in from the access portal and confirm the account is active.</a:t>
            </a:r>
          </a:p>
        </p:txBody>
      </p:sp>
      <p:sp>
        <p:nvSpPr>
          <p:cNvPr id="7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98707971-8FBC-4205-A615-A62124E7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8" name="bullet-copy">
            <a:extLst xmlns:a="http://schemas.openxmlformats.org/drawingml/2006/main">
              <a:ext uri="{FF2B5EF4-FFF2-40B4-BE49-F238E27FC236}">
                <a16:creationId xmlns:a16="http://schemas.microsoft.com/office/drawing/2014/main" id="{01F819BD-95DC-4F53-962C-FFF1F7DF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Accept the platform agreement so the workspace shell unlocks.</a:t>
            </a:r>
          </a:p>
        </p:txBody>
      </p:sp>
      <p:sp>
        <p:nvSpPr>
          <p:cNvPr id="9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AD5330B7-F23C-4CD9-BB6A-779CD275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1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681FBF74-A99D-4643-BF7A-277133BF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Use the sidebar and command search as the main wayfinding tools.</a:t>
            </a:r>
          </a:p>
        </p:txBody>
      </p:sp>
      <p:sp>
        <p:nvSpPr>
          <p:cNvPr id="11" name="trainer-cue">
            <a:extLst xmlns:a="http://schemas.openxmlformats.org/drawingml/2006/main">
              <a:ext uri="{FF2B5EF4-FFF2-40B4-BE49-F238E27FC236}">
                <a16:creationId xmlns:a16="http://schemas.microsoft.com/office/drawing/2014/main" id="{45CCBB0A-8188-4DC1-A02D-69852530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1545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Trainer cue: demonstrate the matching page in the live workspace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4615330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kicker">
            <a:extLst xmlns:a="http://schemas.openxmlformats.org/drawingml/2006/main">
              <a:ext uri="{FF2B5EF4-FFF2-40B4-BE49-F238E27FC236}">
                <a16:creationId xmlns:a16="http://schemas.microsoft.com/office/drawing/2014/main" id="{E099D2A9-F8EA-49C4-B810-03314C58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it matters</a:t>
            </a:r>
          </a:p>
        </p:txBody>
      </p:sp>
      <p:sp>
        <p:nvSpPr>
          <p:cNvPr id="2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A0C463F7-C39B-431B-A5F2-3089FF9E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63246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Profile fields drive the rest of the platform</a:t>
            </a:r>
          </a:p>
        </p:txBody>
      </p:sp>
      <p:sp>
        <p:nvSpPr>
          <p:cNvPr id="3" name="content-rule">
            <a:extLst xmlns:a="http://schemas.openxmlformats.org/drawingml/2006/main">
              <a:ext uri="{FF2B5EF4-FFF2-40B4-BE49-F238E27FC236}">
                <a16:creationId xmlns:a16="http://schemas.microsoft.com/office/drawing/2014/main" id="{2157FB9A-DF77-4390-AC32-904F2F25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content-progress">
            <a:extLst xmlns:a="http://schemas.openxmlformats.org/drawingml/2006/main">
              <a:ext uri="{FF2B5EF4-FFF2-40B4-BE49-F238E27FC236}">
                <a16:creationId xmlns:a16="http://schemas.microsoft.com/office/drawing/2014/main" id="{F709B2BF-9878-4FE5-820F-CD9C9105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32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Module 2 of 3</a:t>
            </a:r>
          </a:p>
        </p:txBody>
      </p:sp>
      <p:sp>
        <p:nvSpPr>
          <p:cNvPr id="5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F8FBEA1C-2FBD-4475-805C-A6F1E79B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6" name="bullet-copy">
            <a:extLst xmlns:a="http://schemas.openxmlformats.org/drawingml/2006/main">
              <a:ext uri="{FF2B5EF4-FFF2-40B4-BE49-F238E27FC236}">
                <a16:creationId xmlns:a16="http://schemas.microsoft.com/office/drawing/2014/main" id="{7D4F1F6C-1609-4162-9C57-5E6B0FB5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Name, title, trade, and readiness status show up in team views.</a:t>
            </a:r>
          </a:p>
        </p:txBody>
      </p:sp>
      <p:sp>
        <p:nvSpPr>
          <p:cNvPr id="7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47DC430D-D0CC-46E8-9840-0009F5ED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8" name="bullet-copy">
            <a:extLst xmlns:a="http://schemas.openxmlformats.org/drawingml/2006/main">
              <a:ext uri="{FF2B5EF4-FFF2-40B4-BE49-F238E27FC236}">
                <a16:creationId xmlns:a16="http://schemas.microsoft.com/office/drawing/2014/main" id="{A303E0A0-10A3-47E7-82A6-9EE1E366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Certifications and expiration dates feed the training tracker.</a:t>
            </a:r>
          </a:p>
        </p:txBody>
      </p:sp>
      <p:sp>
        <p:nvSpPr>
          <p:cNvPr id="9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D69B822B-EFFD-4A65-9D9B-33A19658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1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BE25FB9B-0318-45D3-B3D3-65989F9B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A complete profile reduces follow-up during project setup.</a:t>
            </a:r>
          </a:p>
        </p:txBody>
      </p:sp>
      <p:sp>
        <p:nvSpPr>
          <p:cNvPr id="11" name="trainer-cue">
            <a:extLst xmlns:a="http://schemas.openxmlformats.org/drawingml/2006/main">
              <a:ext uri="{FF2B5EF4-FFF2-40B4-BE49-F238E27FC236}">
                <a16:creationId xmlns:a16="http://schemas.microsoft.com/office/drawing/2014/main" id="{F542B0F7-5613-4232-887A-8624D6E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1545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Trainer cue: demonstrate the matching page in the live workspace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7122773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kicker">
            <a:extLst xmlns:a="http://schemas.openxmlformats.org/drawingml/2006/main">
              <a:ext uri="{FF2B5EF4-FFF2-40B4-BE49-F238E27FC236}">
                <a16:creationId xmlns:a16="http://schemas.microsoft.com/office/drawing/2014/main" id="{382DB31D-6E02-4116-9087-7E6FF9F2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Daily workflow</a:t>
            </a:r>
          </a:p>
        </p:txBody>
      </p:sp>
      <p:sp>
        <p:nvSpPr>
          <p:cNvPr id="2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4B370365-27A0-4C05-853D-ECC7003F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63246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The dashboard is the daily starting point</a:t>
            </a:r>
          </a:p>
        </p:txBody>
      </p:sp>
      <p:sp>
        <p:nvSpPr>
          <p:cNvPr id="3" name="content-rule">
            <a:extLst xmlns:a="http://schemas.openxmlformats.org/drawingml/2006/main">
              <a:ext uri="{FF2B5EF4-FFF2-40B4-BE49-F238E27FC236}">
                <a16:creationId xmlns:a16="http://schemas.microsoft.com/office/drawing/2014/main" id="{6715CAE4-9740-472A-A2C6-D8425181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content-progress">
            <a:extLst xmlns:a="http://schemas.openxmlformats.org/drawingml/2006/main">
              <a:ext uri="{FF2B5EF4-FFF2-40B4-BE49-F238E27FC236}">
                <a16:creationId xmlns:a16="http://schemas.microsoft.com/office/drawing/2014/main" id="{5ED25219-4CF6-4FF1-BCC3-29F1D957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32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Module 3 of 3</a:t>
            </a:r>
          </a:p>
        </p:txBody>
      </p:sp>
      <p:sp>
        <p:nvSpPr>
          <p:cNvPr id="5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0A044747-4CD4-4ACD-BD8D-503C7121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6" name="bullet-copy">
            <a:extLst xmlns:a="http://schemas.openxmlformats.org/drawingml/2006/main">
              <a:ext uri="{FF2B5EF4-FFF2-40B4-BE49-F238E27FC236}">
                <a16:creationId xmlns:a16="http://schemas.microsoft.com/office/drawing/2014/main" id="{97145D17-656C-44F5-8E0A-94914BDD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Review urgent work, open items, and recommended next actions.</a:t>
            </a:r>
          </a:p>
        </p:txBody>
      </p:sp>
      <p:sp>
        <p:nvSpPr>
          <p:cNvPr id="7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9211C8D8-43BA-4BA8-9AB4-E8298B85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8" name="bullet-copy">
            <a:extLst xmlns:a="http://schemas.openxmlformats.org/drawingml/2006/main">
              <a:ext uri="{FF2B5EF4-FFF2-40B4-BE49-F238E27FC236}">
                <a16:creationId xmlns:a16="http://schemas.microsoft.com/office/drawing/2014/main" id="{7CDF105F-FF69-4FE0-832F-1304BEF5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Use search when you know the document, page, or project you need.</a:t>
            </a:r>
          </a:p>
        </p:txBody>
      </p:sp>
      <p:sp>
        <p:nvSpPr>
          <p:cNvPr id="9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9F6A5C0E-A217-4C25-847A-4B9369E0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1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F7262CE4-E6C7-47A6-8307-5A906865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Open related areas from the sidebar rather than browser history.</a:t>
            </a:r>
          </a:p>
        </p:txBody>
      </p:sp>
      <p:sp>
        <p:nvSpPr>
          <p:cNvPr id="11" name="trainer-cue">
            <a:extLst xmlns:a="http://schemas.openxmlformats.org/drawingml/2006/main">
              <a:ext uri="{FF2B5EF4-FFF2-40B4-BE49-F238E27FC236}">
                <a16:creationId xmlns:a16="http://schemas.microsoft.com/office/drawing/2014/main" id="{A14F8BC5-0FA7-4072-BC24-0BD2C0D0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1545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Trainer cue: demonstrate the matching page in the live workspace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4235636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out-checklist">
            <a:extLst xmlns:a="http://schemas.openxmlformats.org/drawingml/2006/main">
              <a:ext uri="{FF2B5EF4-FFF2-40B4-BE49-F238E27FC236}">
                <a16:creationId xmlns:a16="http://schemas.microsoft.com/office/drawing/2014/main" id="{60E38C74-626B-44C7-96B8-8D35ECF5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Closeout checklist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6B93AAD-11EB-47D0-8BDC-5FDE0317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164592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172A"/>
                </a:solidFill>
              </a:defRPr>
            </a:pPr>
            <a:r>
              <a:rPr sz="5100" b="1">
                <a:solidFill>
                  <a:srgbClr val="0F172A"/>
                </a:solidFill>
              </a:rPr>
              <a:t>Before the team leaves the training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FB31E403-1EC2-42A4-8790-FDA43376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D916E6A6-16B7-4A94-952D-56610E94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5" name="bullet-copy">
            <a:extLst xmlns:a="http://schemas.openxmlformats.org/drawingml/2006/main">
              <a:ext uri="{FF2B5EF4-FFF2-40B4-BE49-F238E27FC236}">
                <a16:creationId xmlns:a16="http://schemas.microsoft.com/office/drawing/2014/main" id="{E4A30759-4FE0-431E-81C9-FB66D164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19400"/>
            <a:ext cx="1590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Complete profile before joining a project walkthrough.</a:t>
            </a:r>
          </a:p>
        </p:txBody>
      </p:sp>
      <p:sp>
        <p:nvSpPr>
          <p:cNvPr id="6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75425F3B-25BF-441E-BBC5-D760F2C6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7" name="bullet-copy">
            <a:extLst xmlns:a="http://schemas.openxmlformats.org/drawingml/2006/main">
              <a:ext uri="{FF2B5EF4-FFF2-40B4-BE49-F238E27FC236}">
                <a16:creationId xmlns:a16="http://schemas.microsoft.com/office/drawing/2014/main" id="{1467BE9D-C310-4E1A-AD19-4938F973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1590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Bookmark the dashboard after first login.</a:t>
            </a:r>
          </a:p>
        </p:txBody>
      </p:sp>
      <p:sp>
        <p:nvSpPr>
          <p:cNvPr id="8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729C6209-C046-41AD-9F19-AE41E5EC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-&gt;</a:t>
            </a:r>
          </a:p>
        </p:txBody>
      </p:sp>
      <p:sp>
        <p:nvSpPr>
          <p:cNvPr id="9" name="bullet-copy">
            <a:extLst xmlns:a="http://schemas.openxmlformats.org/drawingml/2006/main">
              <a:ext uri="{FF2B5EF4-FFF2-40B4-BE49-F238E27FC236}">
                <a16:creationId xmlns:a16="http://schemas.microsoft.com/office/drawing/2014/main" id="{FDFA38AB-A60B-49C3-9D8A-8F7EA6EC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86200"/>
            <a:ext cx="1590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Use search whenever a file or workflow location is unclear.</a:t>
            </a:r>
          </a:p>
        </p:txBody>
      </p:sp>
      <p:sp>
        <p:nvSpPr>
          <p:cNvPr id="10" name="close-next-step">
            <a:extLst xmlns:a="http://schemas.openxmlformats.org/drawingml/2006/main">
              <a:ext uri="{FF2B5EF4-FFF2-40B4-BE49-F238E27FC236}">
                <a16:creationId xmlns:a16="http://schemas.microsoft.com/office/drawing/2014/main" id="{019E5B15-10FC-46CD-9C48-A7362323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2382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34155"/>
                </a:solidFill>
              </a:defRPr>
            </a:pPr>
            <a:r>
              <a:rPr sz="2400" b="1">
                <a:solidFill>
                  <a:srgbClr val="334155"/>
                </a:solidFill>
              </a:rPr>
              <a:t>Next step: open Safety360Docs, repeat the workflow, and assign one owner for any cleanup found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597164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2026-05-01T15:28:39.5270000Z</dcterms:created>
  <dcterms:modified xsi:type="dcterms:W3CDTF">2026-05-01T15:28:39.5270000Z</dcterms:modified>
</coreProperties>
</file>